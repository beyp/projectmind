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4" r:id="rId4"/>
    <p:sldMasterId id="2147484167" r:id="rId5"/>
  </p:sldMasterIdLst>
  <p:notesMasterIdLst>
    <p:notesMasterId r:id="rId7"/>
  </p:notesMasterIdLst>
  <p:handoutMasterIdLst>
    <p:handoutMasterId r:id="rId8"/>
  </p:handoutMasterIdLst>
  <p:sldIdLst>
    <p:sldId id="2146448965"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4F"/>
    <a:srgbClr val="E21B23"/>
    <a:srgbClr val="3CB4E5"/>
    <a:srgbClr val="0077C8"/>
    <a:srgbClr val="041E42"/>
    <a:srgbClr val="040E1E"/>
    <a:srgbClr val="FFFFFF"/>
    <a:srgbClr val="FCBA30"/>
    <a:srgbClr val="F05C22"/>
    <a:srgbClr val="313A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E0799-1D3F-410A-A209-B0750B21B101}" v="29" dt="2025-03-24T16:59:38.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76C440-20BB-4E88-BD57-6393EC639E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49F8AF81-F8DC-4104-9A23-08C8432893F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248589-A22B-4A65-9336-396514553495}" type="datetimeFigureOut">
              <a:rPr lang="en-CA" smtClean="0"/>
              <a:t>2026-06-17</a:t>
            </a:fld>
            <a:endParaRPr lang="en-CA"/>
          </a:p>
        </p:txBody>
      </p:sp>
      <p:sp>
        <p:nvSpPr>
          <p:cNvPr id="4" name="Footer Placeholder 3">
            <a:extLst>
              <a:ext uri="{FF2B5EF4-FFF2-40B4-BE49-F238E27FC236}">
                <a16:creationId xmlns:a16="http://schemas.microsoft.com/office/drawing/2014/main" id="{2095F198-DC1D-44D7-A5D7-138068D664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E3EA77D9-07AF-4AA3-A286-56CCBDAD5F7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4F0053-4078-4C20-9AAF-3CA4AEC02D66}" type="slidenum">
              <a:rPr lang="en-CA" smtClean="0"/>
              <a:t>‹N°›</a:t>
            </a:fld>
            <a:endParaRPr lang="en-CA"/>
          </a:p>
        </p:txBody>
      </p:sp>
    </p:spTree>
    <p:extLst>
      <p:ext uri="{BB962C8B-B14F-4D97-AF65-F5344CB8AC3E}">
        <p14:creationId xmlns:p14="http://schemas.microsoft.com/office/powerpoint/2010/main" val="6954683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0DB45-1636-43F4-8AFA-9E9C17622281}" type="datetimeFigureOut">
              <a:rPr lang="en-CA" smtClean="0"/>
              <a:t>2026-06-17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95D9E3-EC50-48DC-98E7-2F8782C38C6E}" type="slidenum">
              <a:rPr lang="en-CA" smtClean="0"/>
              <a:t>‹N°›</a:t>
            </a:fld>
            <a:endParaRPr lang="en-CA"/>
          </a:p>
        </p:txBody>
      </p:sp>
    </p:spTree>
    <p:extLst>
      <p:ext uri="{BB962C8B-B14F-4D97-AF65-F5344CB8AC3E}">
        <p14:creationId xmlns:p14="http://schemas.microsoft.com/office/powerpoint/2010/main" val="421043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smtClean="0">
                <a:ln>
                  <a:noFill/>
                </a:ln>
                <a:solidFill>
                  <a:srgbClr val="68504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lang="en-US" sz="1200" b="0" i="0" u="none" strike="noStrike" kern="0" cap="none" spc="0" normalizeH="0" baseline="0" noProof="0">
              <a:ln>
                <a:noFill/>
              </a:ln>
              <a:solidFill>
                <a:srgbClr val="68504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446533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uide de text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593616"/>
            <a:ext cx="10579071" cy="4031873"/>
          </a:xfrm>
          <a:prstGeom prst="rect">
            <a:avLst/>
          </a:prstGeom>
          <a:noFill/>
        </p:spPr>
        <p:txBody>
          <a:bodyPr wrap="square" lIns="91440" tIns="45720" rIns="91440" bIns="45720" rtlCol="0" anchor="t">
            <a:spAutoFit/>
          </a:bodyPr>
          <a:lstStyle/>
          <a:p>
            <a:r>
              <a:rPr lang="fr-FR" sz="3600">
                <a:latin typeface="+mj-lt"/>
              </a:rPr>
              <a:t>Utilisez la typographie Premier Tech </a:t>
            </a:r>
            <a:r>
              <a:rPr lang="fr-FR" sz="3600" err="1">
                <a:latin typeface="+mj-lt"/>
              </a:rPr>
              <a:t>Title</a:t>
            </a:r>
            <a:r>
              <a:rPr lang="fr-FR" sz="3600">
                <a:latin typeface="+mj-lt"/>
              </a:rPr>
              <a:t> Bold pour tous vos titres, mots-clés et sous-titres</a:t>
            </a:r>
            <a:r>
              <a:rPr lang="fr-FR" sz="2400">
                <a:latin typeface="+mj-lt"/>
              </a:rPr>
              <a:t>.</a:t>
            </a:r>
          </a:p>
          <a:p>
            <a:endParaRPr lang="fr-FR"/>
          </a:p>
          <a:p>
            <a:r>
              <a:rPr lang="fr-FR" sz="2400"/>
              <a:t>Utilisez la typographie Premier Tech </a:t>
            </a:r>
            <a:r>
              <a:rPr lang="fr-FR" sz="2400" err="1"/>
              <a:t>Text</a:t>
            </a:r>
            <a:r>
              <a:rPr lang="fr-FR" sz="2400"/>
              <a:t> Regular pour vos textes et informations complémentaires.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sz="2400"/>
              <a:t>Toutes les diapositives doivent utiliser une taille de police minimale idéale de </a:t>
            </a:r>
            <a:r>
              <a:rPr lang="fr-FR" sz="2400">
                <a:solidFill>
                  <a:schemeClr val="accent1"/>
                </a:solidFill>
              </a:rPr>
              <a:t>24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En dessous de </a:t>
            </a:r>
            <a:r>
              <a:rPr lang="fr-FR" sz="1600">
                <a:solidFill>
                  <a:schemeClr val="accent1"/>
                </a:solidFill>
              </a:rPr>
              <a:t>16 points</a:t>
            </a:r>
            <a:r>
              <a:rPr lang="fr-FR" sz="1600"/>
              <a:t>, nous ne pourrons pas lire le texte à l'écran.</a:t>
            </a:r>
            <a:endParaRPr lang="fr-FR" sz="1600">
              <a:solidFill>
                <a:schemeClr val="accent1"/>
              </a:solidFill>
            </a:endParaRPr>
          </a:p>
          <a:p>
            <a:r>
              <a:rPr lang="fr-FR"/>
              <a:t>  </a:t>
            </a:r>
            <a:endParaRPr lang="en-CA"/>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Guide de </a:t>
            </a:r>
            <a:r>
              <a:rPr lang="en-CA" sz="4000" u="none" err="1">
                <a:solidFill>
                  <a:schemeClr val="tx1"/>
                </a:solidFill>
              </a:rPr>
              <a:t>texte</a:t>
            </a:r>
            <a:r>
              <a:rPr lang="en-CA" sz="4000" u="none">
                <a:solidFill>
                  <a:schemeClr val="tx1"/>
                </a:solidFill>
              </a:rPr>
              <a:t> </a:t>
            </a:r>
          </a:p>
        </p:txBody>
      </p:sp>
      <p:sp>
        <p:nvSpPr>
          <p:cNvPr id="2" name="Espace réservé du numéro de diapositive 1">
            <a:extLst>
              <a:ext uri="{FF2B5EF4-FFF2-40B4-BE49-F238E27FC236}">
                <a16:creationId xmlns:a16="http://schemas.microsoft.com/office/drawing/2014/main" id="{A2547E85-EE8E-C75D-44E0-830C47C79BE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34148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uvais usage de la typographi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483044"/>
            <a:ext cx="10579071" cy="369332"/>
          </a:xfrm>
          <a:prstGeom prst="rect">
            <a:avLst/>
          </a:prstGeom>
          <a:noFill/>
        </p:spPr>
        <p:txBody>
          <a:bodyPr wrap="square" lIns="91440" tIns="45720" rIns="91440" bIns="45720" rtlCol="0" anchor="t">
            <a:spAutoFit/>
          </a:bodyPr>
          <a:lstStyle/>
          <a:p>
            <a:r>
              <a:rPr lang="fr-FR" sz="1800" b="1">
                <a:solidFill>
                  <a:srgbClr val="E21B23"/>
                </a:solidFill>
                <a:latin typeface="+mn-lt"/>
              </a:rPr>
              <a:t>Ne pas </a:t>
            </a:r>
            <a:r>
              <a:rPr lang="fr-FR" sz="1800">
                <a:solidFill>
                  <a:srgbClr val="E21B23"/>
                </a:solidFill>
                <a:latin typeface="+mn-lt"/>
              </a:rPr>
              <a:t>utiliser la typographie </a:t>
            </a:r>
            <a:r>
              <a:rPr lang="fr-FR" sz="1800" b="1">
                <a:solidFill>
                  <a:srgbClr val="E21B23"/>
                </a:solidFill>
                <a:latin typeface="+mn-lt"/>
              </a:rPr>
              <a:t>Premier Tech </a:t>
            </a:r>
            <a:r>
              <a:rPr lang="fr-FR" sz="1800" b="1" err="1">
                <a:solidFill>
                  <a:srgbClr val="E21B23"/>
                </a:solidFill>
                <a:latin typeface="+mn-lt"/>
              </a:rPr>
              <a:t>Text</a:t>
            </a:r>
            <a:r>
              <a:rPr lang="fr-FR" sz="1800" b="1">
                <a:solidFill>
                  <a:srgbClr val="E21B23"/>
                </a:solidFill>
                <a:latin typeface="+mn-lt"/>
              </a:rPr>
              <a:t> </a:t>
            </a:r>
            <a:r>
              <a:rPr lang="fr-FR" sz="1800">
                <a:solidFill>
                  <a:srgbClr val="E21B23"/>
                </a:solidFill>
                <a:latin typeface="+mn-lt"/>
              </a:rPr>
              <a:t>pour vos </a:t>
            </a:r>
            <a:r>
              <a:rPr lang="fr-FR" sz="1800" b="1">
                <a:solidFill>
                  <a:srgbClr val="E21B23"/>
                </a:solidFill>
                <a:latin typeface="+mn-lt"/>
              </a:rPr>
              <a:t>titres, mots-clés et sous-titres</a:t>
            </a:r>
            <a:r>
              <a:rPr lang="fr-FR" sz="1800">
                <a:solidFill>
                  <a:srgbClr val="E21B23"/>
                </a:solidFill>
                <a:latin typeface="+mn-lt"/>
              </a:rPr>
              <a:t>.</a:t>
            </a: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err="1">
                <a:solidFill>
                  <a:schemeClr val="tx1"/>
                </a:solidFill>
              </a:rPr>
              <a:t>Mauvais</a:t>
            </a:r>
            <a:r>
              <a:rPr lang="en-CA" sz="4000" u="none">
                <a:solidFill>
                  <a:schemeClr val="tx1"/>
                </a:solidFill>
              </a:rPr>
              <a:t> usage</a:t>
            </a:r>
          </a:p>
        </p:txBody>
      </p:sp>
      <p:sp>
        <p:nvSpPr>
          <p:cNvPr id="3" name="ZoneTexte 2">
            <a:extLst>
              <a:ext uri="{FF2B5EF4-FFF2-40B4-BE49-F238E27FC236}">
                <a16:creationId xmlns:a16="http://schemas.microsoft.com/office/drawing/2014/main" id="{F418AE6A-A1D1-709A-7B1A-98DB94888E0F}"/>
              </a:ext>
            </a:extLst>
          </p:cNvPr>
          <p:cNvSpPr txBox="1"/>
          <p:nvPr userDrawn="1"/>
        </p:nvSpPr>
        <p:spPr>
          <a:xfrm>
            <a:off x="515938" y="2253663"/>
            <a:ext cx="11160125" cy="2123658"/>
          </a:xfrm>
          <a:prstGeom prst="rect">
            <a:avLst/>
          </a:prstGeom>
          <a:noFill/>
        </p:spPr>
        <p:txBody>
          <a:bodyPr wrap="square" rtlCol="0">
            <a:spAutoFit/>
          </a:bodyPr>
          <a:lstStyle/>
          <a:p>
            <a:pPr algn="ctr"/>
            <a:r>
              <a:rPr lang="fr-CA" sz="6600">
                <a:latin typeface="+mn-lt"/>
              </a:rPr>
              <a:t>Titre de la </a:t>
            </a:r>
            <a:br>
              <a:rPr lang="fr-CA" sz="6600">
                <a:latin typeface="+mn-lt"/>
              </a:rPr>
            </a:br>
            <a:r>
              <a:rPr lang="fr-CA" sz="6600">
                <a:latin typeface="+mn-lt"/>
              </a:rPr>
              <a:t>présentation</a:t>
            </a:r>
            <a:endParaRPr lang="en-CA" sz="6600">
              <a:latin typeface="+mn-lt"/>
            </a:endParaRPr>
          </a:p>
        </p:txBody>
      </p:sp>
      <p:sp>
        <p:nvSpPr>
          <p:cNvPr id="2" name="Espace réservé du numéro de diapositive 1">
            <a:extLst>
              <a:ext uri="{FF2B5EF4-FFF2-40B4-BE49-F238E27FC236}">
                <a16:creationId xmlns:a16="http://schemas.microsoft.com/office/drawing/2014/main" id="{CE54455B-F2AD-406C-B967-7E207A0899D7}"/>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530589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n usage de la typographi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483044"/>
            <a:ext cx="10579071" cy="646331"/>
          </a:xfrm>
          <a:prstGeom prst="rect">
            <a:avLst/>
          </a:prstGeom>
          <a:noFill/>
        </p:spPr>
        <p:txBody>
          <a:bodyPr wrap="square" lIns="91440" tIns="45720" rIns="91440" bIns="45720" rtlCol="0" anchor="t">
            <a:spAutoFit/>
          </a:bodyPr>
          <a:lstStyle/>
          <a:p>
            <a:r>
              <a:rPr lang="fr-FR" sz="1800" dirty="0">
                <a:solidFill>
                  <a:srgbClr val="00A84F"/>
                </a:solidFill>
                <a:latin typeface="+mn-lt"/>
              </a:rPr>
              <a:t>Utilisez la typographie </a:t>
            </a:r>
            <a:r>
              <a:rPr lang="fr-FR" sz="1800" b="1" u="none" dirty="0">
                <a:solidFill>
                  <a:srgbClr val="00A84F"/>
                </a:solidFill>
                <a:latin typeface="+mn-lt"/>
              </a:rPr>
              <a:t>Premier Tech </a:t>
            </a:r>
            <a:r>
              <a:rPr lang="fr-FR" sz="1800" b="1" u="none" dirty="0" err="1">
                <a:solidFill>
                  <a:srgbClr val="00A84F"/>
                </a:solidFill>
                <a:latin typeface="+mn-lt"/>
              </a:rPr>
              <a:t>Title</a:t>
            </a:r>
            <a:r>
              <a:rPr lang="fr-FR" sz="1800" b="1" u="none" dirty="0">
                <a:solidFill>
                  <a:srgbClr val="00A84F"/>
                </a:solidFill>
                <a:latin typeface="+mn-lt"/>
              </a:rPr>
              <a:t> Bold</a:t>
            </a:r>
            <a:r>
              <a:rPr lang="fr-FR" sz="1800" b="1" i="1" u="none" dirty="0">
                <a:solidFill>
                  <a:srgbClr val="00A84F"/>
                </a:solidFill>
                <a:latin typeface="+mn-lt"/>
              </a:rPr>
              <a:t> </a:t>
            </a:r>
            <a:r>
              <a:rPr lang="fr-FR" sz="1800" dirty="0">
                <a:solidFill>
                  <a:srgbClr val="00A84F"/>
                </a:solidFill>
                <a:latin typeface="+mn-lt"/>
              </a:rPr>
              <a:t>pour vos </a:t>
            </a:r>
            <a:r>
              <a:rPr lang="fr-FR" sz="1800" b="1" dirty="0">
                <a:solidFill>
                  <a:srgbClr val="00A84F"/>
                </a:solidFill>
                <a:latin typeface="+mn-lt"/>
              </a:rPr>
              <a:t>titres, </a:t>
            </a:r>
            <a:r>
              <a:rPr lang="fr-FR" sz="1800" b="1" dirty="0" err="1">
                <a:solidFill>
                  <a:srgbClr val="00A84F"/>
                </a:solidFill>
                <a:latin typeface="+mn-lt"/>
              </a:rPr>
              <a:t>mot-clés</a:t>
            </a:r>
            <a:r>
              <a:rPr lang="fr-FR" sz="1800" b="1" dirty="0">
                <a:solidFill>
                  <a:srgbClr val="00A84F"/>
                </a:solidFill>
                <a:latin typeface="+mn-lt"/>
              </a:rPr>
              <a:t> et sous-titres</a:t>
            </a:r>
            <a:r>
              <a:rPr lang="fr-FR" sz="1800" dirty="0">
                <a:solidFill>
                  <a:srgbClr val="00A84F"/>
                </a:solidFill>
                <a:latin typeface="+mn-lt"/>
              </a:rPr>
              <a:t>.</a:t>
            </a:r>
          </a:p>
          <a:p>
            <a:endParaRPr lang="fr-FR" sz="1800" dirty="0">
              <a:solidFill>
                <a:srgbClr val="00A84F"/>
              </a:solidFill>
              <a:latin typeface="+mn-lt"/>
            </a:endParaRP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Bon usage</a:t>
            </a:r>
          </a:p>
        </p:txBody>
      </p:sp>
      <p:sp>
        <p:nvSpPr>
          <p:cNvPr id="3" name="ZoneTexte 2">
            <a:extLst>
              <a:ext uri="{FF2B5EF4-FFF2-40B4-BE49-F238E27FC236}">
                <a16:creationId xmlns:a16="http://schemas.microsoft.com/office/drawing/2014/main" id="{F418AE6A-A1D1-709A-7B1A-98DB94888E0F}"/>
              </a:ext>
            </a:extLst>
          </p:cNvPr>
          <p:cNvSpPr txBox="1"/>
          <p:nvPr userDrawn="1"/>
        </p:nvSpPr>
        <p:spPr>
          <a:xfrm>
            <a:off x="515938" y="2253663"/>
            <a:ext cx="11160125" cy="2123658"/>
          </a:xfrm>
          <a:prstGeom prst="rect">
            <a:avLst/>
          </a:prstGeom>
          <a:noFill/>
        </p:spPr>
        <p:txBody>
          <a:bodyPr wrap="square" rtlCol="0">
            <a:spAutoFit/>
          </a:bodyPr>
          <a:lstStyle/>
          <a:p>
            <a:pPr algn="ctr"/>
            <a:r>
              <a:rPr lang="fr-CA" sz="6600">
                <a:latin typeface="+mj-lt"/>
              </a:rPr>
              <a:t>Titre de la </a:t>
            </a:r>
            <a:br>
              <a:rPr lang="fr-CA" sz="6600">
                <a:latin typeface="+mj-lt"/>
              </a:rPr>
            </a:br>
            <a:r>
              <a:rPr lang="fr-CA" sz="6600">
                <a:latin typeface="+mj-lt"/>
              </a:rPr>
              <a:t>présentation</a:t>
            </a:r>
            <a:endParaRPr lang="en-CA" sz="6600">
              <a:latin typeface="+mj-lt"/>
            </a:endParaRPr>
          </a:p>
        </p:txBody>
      </p:sp>
      <p:sp>
        <p:nvSpPr>
          <p:cNvPr id="2" name="Espace réservé du numéro de diapositive 1">
            <a:extLst>
              <a:ext uri="{FF2B5EF4-FFF2-40B4-BE49-F238E27FC236}">
                <a16:creationId xmlns:a16="http://schemas.microsoft.com/office/drawing/2014/main" id="{95C29283-1BCE-9992-B45E-54DE4F83D2DC}"/>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83078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one visible sur scèn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7" y="4339923"/>
            <a:ext cx="11160125" cy="923330"/>
          </a:xfrm>
          <a:prstGeom prst="rect">
            <a:avLst/>
          </a:prstGeom>
          <a:noFill/>
        </p:spPr>
        <p:txBody>
          <a:bodyPr wrap="square" lIns="91440" tIns="45720" rIns="91440" bIns="45720" rtlCol="0" anchor="t">
            <a:spAutoFit/>
          </a:bodyPr>
          <a:lstStyle/>
          <a:p>
            <a:pPr algn="ctr"/>
            <a:r>
              <a:rPr lang="fr-FR" sz="1800">
                <a:solidFill>
                  <a:srgbClr val="E21B23"/>
                </a:solidFill>
                <a:latin typeface="+mn-lt"/>
              </a:rPr>
              <a:t>Attention, lors de présentations sur scène avec un présentateur, la zone inférieure de vos diapositives est parfois moins visible pour l’audience dans la salle. À considérer lors de la création de votre contenu, selon le contexte de présentation et le décor présent sur la scène.</a:t>
            </a: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Zone visible sur </a:t>
            </a:r>
            <a:r>
              <a:rPr lang="en-CA" sz="4000" u="none" err="1">
                <a:solidFill>
                  <a:schemeClr val="tx1"/>
                </a:solidFill>
              </a:rPr>
              <a:t>scène</a:t>
            </a:r>
            <a:endParaRPr lang="en-CA" sz="4000" u="none">
              <a:solidFill>
                <a:schemeClr val="tx1"/>
              </a:solidFill>
            </a:endParaRPr>
          </a:p>
        </p:txBody>
      </p:sp>
      <p:cxnSp>
        <p:nvCxnSpPr>
          <p:cNvPr id="4" name="Connecteur droit 3">
            <a:extLst>
              <a:ext uri="{FF2B5EF4-FFF2-40B4-BE49-F238E27FC236}">
                <a16:creationId xmlns:a16="http://schemas.microsoft.com/office/drawing/2014/main" id="{67389811-CDFF-36DB-04B6-8801F2B87AD2}"/>
              </a:ext>
            </a:extLst>
          </p:cNvPr>
          <p:cNvCxnSpPr>
            <a:cxnSpLocks/>
          </p:cNvCxnSpPr>
          <p:nvPr userDrawn="1"/>
        </p:nvCxnSpPr>
        <p:spPr>
          <a:xfrm>
            <a:off x="0" y="4109103"/>
            <a:ext cx="12192000" cy="0"/>
          </a:xfrm>
          <a:prstGeom prst="line">
            <a:avLst/>
          </a:prstGeom>
          <a:ln w="76200">
            <a:solidFill>
              <a:srgbClr val="E21B23"/>
            </a:soli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DE95B975-9B46-935F-9148-1E9479A60061}"/>
              </a:ext>
            </a:extLst>
          </p:cNvPr>
          <p:cNvSpPr txBox="1"/>
          <p:nvPr userDrawn="1"/>
        </p:nvSpPr>
        <p:spPr>
          <a:xfrm>
            <a:off x="515938" y="2187591"/>
            <a:ext cx="11160125" cy="1323439"/>
          </a:xfrm>
          <a:prstGeom prst="rect">
            <a:avLst/>
          </a:prstGeom>
          <a:noFill/>
        </p:spPr>
        <p:txBody>
          <a:bodyPr wrap="square">
            <a:spAutoFit/>
          </a:bodyPr>
          <a:lstStyle/>
          <a:p>
            <a:pPr algn="ctr"/>
            <a:r>
              <a:rPr lang="fr-FR" sz="4000">
                <a:solidFill>
                  <a:schemeClr val="tx1"/>
                </a:solidFill>
                <a:latin typeface="Premier Tech Title" pitchFamily="2" charset="0"/>
                <a:ea typeface="Premier Tech Title" pitchFamily="2" charset="0"/>
              </a:rPr>
              <a:t>Pensez à créer des diapositives épurées </a:t>
            </a:r>
            <a:br>
              <a:rPr lang="fr-FR" sz="4000">
                <a:solidFill>
                  <a:schemeClr val="tx1"/>
                </a:solidFill>
                <a:latin typeface="Premier Tech Title" pitchFamily="2" charset="0"/>
                <a:ea typeface="Premier Tech Title" pitchFamily="2" charset="0"/>
              </a:rPr>
            </a:br>
            <a:r>
              <a:rPr lang="fr-FR" sz="4000">
                <a:solidFill>
                  <a:schemeClr val="tx1"/>
                </a:solidFill>
                <a:latin typeface="Premier Tech Title" pitchFamily="2" charset="0"/>
                <a:ea typeface="Premier Tech Title" pitchFamily="2" charset="0"/>
              </a:rPr>
              <a:t>et les plus visibles possibles pour l’audience.</a:t>
            </a:r>
          </a:p>
        </p:txBody>
      </p:sp>
      <p:sp>
        <p:nvSpPr>
          <p:cNvPr id="2" name="Espace réservé du numéro de diapositive 1">
            <a:extLst>
              <a:ext uri="{FF2B5EF4-FFF2-40B4-BE49-F238E27FC236}">
                <a16:creationId xmlns:a16="http://schemas.microsoft.com/office/drawing/2014/main" id="{ADDF41E5-2935-69A3-F74F-82BDE9037C49}"/>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8600653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uide de couleurs">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6059EDE7-A8CB-B3F7-FAF3-154DFA638040}"/>
              </a:ext>
            </a:extLst>
          </p:cNvPr>
          <p:cNvSpPr txBox="1">
            <a:spLocks/>
          </p:cNvSpPr>
          <p:nvPr userDrawn="1"/>
        </p:nvSpPr>
        <p:spPr>
          <a:xfrm>
            <a:off x="515938" y="625885"/>
            <a:ext cx="9626317"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a:solidFill>
                  <a:schemeClr val="tx1"/>
                </a:solidFill>
              </a:rPr>
              <a:t>Guide de couleurs</a:t>
            </a:r>
          </a:p>
        </p:txBody>
      </p:sp>
      <p:sp>
        <p:nvSpPr>
          <p:cNvPr id="2" name="Espace réservé du numéro de diapositive 1">
            <a:extLst>
              <a:ext uri="{FF2B5EF4-FFF2-40B4-BE49-F238E27FC236}">
                <a16:creationId xmlns:a16="http://schemas.microsoft.com/office/drawing/2014/main" id="{5BDF0670-1203-F869-6B1D-BABA66FD63EB}"/>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18" name="TextBox 8">
            <a:extLst>
              <a:ext uri="{FF2B5EF4-FFF2-40B4-BE49-F238E27FC236}">
                <a16:creationId xmlns:a16="http://schemas.microsoft.com/office/drawing/2014/main" id="{1356BF19-9FBB-A3D8-4745-C51D2C855B83}"/>
              </a:ext>
            </a:extLst>
          </p:cNvPr>
          <p:cNvSpPr txBox="1"/>
          <p:nvPr userDrawn="1"/>
        </p:nvSpPr>
        <p:spPr>
          <a:xfrm>
            <a:off x="598856" y="1628715"/>
            <a:ext cx="1859655" cy="369332"/>
          </a:xfrm>
          <a:prstGeom prst="rect">
            <a:avLst/>
          </a:prstGeom>
          <a:noFill/>
        </p:spPr>
        <p:txBody>
          <a:bodyPr wrap="square" lIns="0" rtlCol="0">
            <a:spAutoFit/>
          </a:bodyPr>
          <a:lstStyle/>
          <a:p>
            <a:r>
              <a:rPr lang="en-CA" b="0" dirty="0">
                <a:latin typeface="Premier Tech Title" pitchFamily="2" charset="0"/>
                <a:ea typeface="Premier Tech Title" pitchFamily="2" charset="0"/>
              </a:rPr>
              <a:t>Fond</a:t>
            </a:r>
          </a:p>
        </p:txBody>
      </p:sp>
      <p:sp>
        <p:nvSpPr>
          <p:cNvPr id="19" name="Rectangle 18">
            <a:extLst>
              <a:ext uri="{FF2B5EF4-FFF2-40B4-BE49-F238E27FC236}">
                <a16:creationId xmlns:a16="http://schemas.microsoft.com/office/drawing/2014/main" id="{EF11DEB2-DC10-E2D5-1F80-023CE4073687}"/>
              </a:ext>
            </a:extLst>
          </p:cNvPr>
          <p:cNvSpPr/>
          <p:nvPr userDrawn="1"/>
        </p:nvSpPr>
        <p:spPr>
          <a:xfrm>
            <a:off x="598856" y="2040967"/>
            <a:ext cx="663191" cy="66319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10">
            <a:extLst>
              <a:ext uri="{FF2B5EF4-FFF2-40B4-BE49-F238E27FC236}">
                <a16:creationId xmlns:a16="http://schemas.microsoft.com/office/drawing/2014/main" id="{0C0E808E-F7E8-E5FD-240E-070A8BCC71FE}"/>
              </a:ext>
            </a:extLst>
          </p:cNvPr>
          <p:cNvSpPr txBox="1"/>
          <p:nvPr userDrawn="1"/>
        </p:nvSpPr>
        <p:spPr>
          <a:xfrm>
            <a:off x="598856" y="2777120"/>
            <a:ext cx="2127510" cy="523220"/>
          </a:xfrm>
          <a:prstGeom prst="rect">
            <a:avLst/>
          </a:prstGeom>
          <a:noFill/>
        </p:spPr>
        <p:txBody>
          <a:bodyPr wrap="square" lIns="0" rtlCol="0">
            <a:spAutoFit/>
          </a:bodyPr>
          <a:lstStyle/>
          <a:p>
            <a:r>
              <a:rPr lang="fr-CA" sz="1400" dirty="0">
                <a:solidFill>
                  <a:schemeClr val="tx2"/>
                </a:solidFill>
              </a:rPr>
              <a:t>RVB : 4-14-30</a:t>
            </a:r>
          </a:p>
          <a:p>
            <a:r>
              <a:rPr lang="fr-CA" sz="1400" dirty="0">
                <a:solidFill>
                  <a:schemeClr val="tx2"/>
                </a:solidFill>
              </a:rPr>
              <a:t>(Bleu Noir PPT) </a:t>
            </a:r>
            <a:endParaRPr lang="en-CA" sz="1400" dirty="0">
              <a:solidFill>
                <a:schemeClr val="tx2"/>
              </a:solidFill>
            </a:endParaRPr>
          </a:p>
        </p:txBody>
      </p:sp>
      <p:sp>
        <p:nvSpPr>
          <p:cNvPr id="25" name="TextBox 11">
            <a:extLst>
              <a:ext uri="{FF2B5EF4-FFF2-40B4-BE49-F238E27FC236}">
                <a16:creationId xmlns:a16="http://schemas.microsoft.com/office/drawing/2014/main" id="{ABFF2490-1BC5-C31C-9528-E78E18660900}"/>
              </a:ext>
            </a:extLst>
          </p:cNvPr>
          <p:cNvSpPr txBox="1"/>
          <p:nvPr userDrawn="1"/>
        </p:nvSpPr>
        <p:spPr>
          <a:xfrm>
            <a:off x="3403431" y="1628715"/>
            <a:ext cx="1485677" cy="369332"/>
          </a:xfrm>
          <a:prstGeom prst="rect">
            <a:avLst/>
          </a:prstGeom>
          <a:noFill/>
        </p:spPr>
        <p:txBody>
          <a:bodyPr wrap="square" lIns="0" rtlCol="0">
            <a:spAutoFit/>
          </a:bodyPr>
          <a:lstStyle/>
          <a:p>
            <a:r>
              <a:rPr lang="fr-CA" b="0" dirty="0">
                <a:solidFill>
                  <a:schemeClr val="tx2"/>
                </a:solidFill>
                <a:latin typeface="Premier Tech Title" pitchFamily="2" charset="0"/>
                <a:ea typeface="Premier Tech Title" pitchFamily="2" charset="0"/>
              </a:rPr>
              <a:t>Texte</a:t>
            </a:r>
            <a:endParaRPr lang="en-CA" b="0" dirty="0">
              <a:solidFill>
                <a:schemeClr val="tx2"/>
              </a:solidFill>
              <a:latin typeface="Premier Tech Title" pitchFamily="2" charset="0"/>
              <a:ea typeface="Premier Tech Title" pitchFamily="2" charset="0"/>
            </a:endParaRPr>
          </a:p>
        </p:txBody>
      </p:sp>
      <p:sp>
        <p:nvSpPr>
          <p:cNvPr id="26" name="Rectangle 25">
            <a:extLst>
              <a:ext uri="{FF2B5EF4-FFF2-40B4-BE49-F238E27FC236}">
                <a16:creationId xmlns:a16="http://schemas.microsoft.com/office/drawing/2014/main" id="{BD89EE7F-E901-58D4-7218-83BB23E6AB89}"/>
              </a:ext>
            </a:extLst>
          </p:cNvPr>
          <p:cNvSpPr/>
          <p:nvPr userDrawn="1"/>
        </p:nvSpPr>
        <p:spPr>
          <a:xfrm>
            <a:off x="3403431" y="2040967"/>
            <a:ext cx="663191" cy="6631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13">
            <a:extLst>
              <a:ext uri="{FF2B5EF4-FFF2-40B4-BE49-F238E27FC236}">
                <a16:creationId xmlns:a16="http://schemas.microsoft.com/office/drawing/2014/main" id="{72FAAC3E-2CD4-B3F3-FC3D-E32C07F577B5}"/>
              </a:ext>
            </a:extLst>
          </p:cNvPr>
          <p:cNvSpPr txBox="1"/>
          <p:nvPr userDrawn="1"/>
        </p:nvSpPr>
        <p:spPr>
          <a:xfrm>
            <a:off x="3403431" y="2777120"/>
            <a:ext cx="2239174" cy="523220"/>
          </a:xfrm>
          <a:prstGeom prst="rect">
            <a:avLst/>
          </a:prstGeom>
          <a:noFill/>
        </p:spPr>
        <p:txBody>
          <a:bodyPr wrap="square" lIns="0" rtlCol="0">
            <a:spAutoFit/>
          </a:bodyPr>
          <a:lstStyle/>
          <a:p>
            <a:r>
              <a:rPr lang="fr-CA" sz="1400" dirty="0">
                <a:solidFill>
                  <a:schemeClr val="tx2"/>
                </a:solidFill>
              </a:rPr>
              <a:t>RVB : 255-255-255</a:t>
            </a:r>
          </a:p>
          <a:p>
            <a:r>
              <a:rPr lang="fr-CA" sz="1400" dirty="0">
                <a:solidFill>
                  <a:schemeClr val="tx2"/>
                </a:solidFill>
              </a:rPr>
              <a:t>(Blanc) </a:t>
            </a:r>
            <a:endParaRPr lang="en-CA" sz="1400" dirty="0">
              <a:solidFill>
                <a:schemeClr val="tx2"/>
              </a:solidFill>
            </a:endParaRPr>
          </a:p>
        </p:txBody>
      </p:sp>
      <p:sp>
        <p:nvSpPr>
          <p:cNvPr id="28" name="TextBox 14">
            <a:extLst>
              <a:ext uri="{FF2B5EF4-FFF2-40B4-BE49-F238E27FC236}">
                <a16:creationId xmlns:a16="http://schemas.microsoft.com/office/drawing/2014/main" id="{6992A2C4-2756-D04E-23FD-9C06D56B1752}"/>
              </a:ext>
            </a:extLst>
          </p:cNvPr>
          <p:cNvSpPr txBox="1"/>
          <p:nvPr userDrawn="1"/>
        </p:nvSpPr>
        <p:spPr>
          <a:xfrm>
            <a:off x="6290924" y="1628715"/>
            <a:ext cx="2174066" cy="369332"/>
          </a:xfrm>
          <a:prstGeom prst="rect">
            <a:avLst/>
          </a:prstGeom>
          <a:noFill/>
        </p:spPr>
        <p:txBody>
          <a:bodyPr wrap="square" lIns="0" rtlCol="0">
            <a:spAutoFit/>
          </a:bodyPr>
          <a:lstStyle/>
          <a:p>
            <a:r>
              <a:rPr lang="fr-CA" b="0" dirty="0">
                <a:solidFill>
                  <a:schemeClr val="tx2"/>
                </a:solidFill>
                <a:latin typeface="Premier Tech Title" pitchFamily="2" charset="0"/>
                <a:ea typeface="Premier Tech Title" pitchFamily="2" charset="0"/>
              </a:rPr>
              <a:t>Accent primaire</a:t>
            </a:r>
          </a:p>
        </p:txBody>
      </p:sp>
      <p:sp>
        <p:nvSpPr>
          <p:cNvPr id="29" name="Rectangle 28">
            <a:extLst>
              <a:ext uri="{FF2B5EF4-FFF2-40B4-BE49-F238E27FC236}">
                <a16:creationId xmlns:a16="http://schemas.microsoft.com/office/drawing/2014/main" id="{6BAFB1E2-D3FE-7209-49E9-88E5B5A76F0B}"/>
              </a:ext>
            </a:extLst>
          </p:cNvPr>
          <p:cNvSpPr/>
          <p:nvPr userDrawn="1"/>
        </p:nvSpPr>
        <p:spPr>
          <a:xfrm>
            <a:off x="6290924" y="2040967"/>
            <a:ext cx="663191" cy="6631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TextBox 16">
            <a:extLst>
              <a:ext uri="{FF2B5EF4-FFF2-40B4-BE49-F238E27FC236}">
                <a16:creationId xmlns:a16="http://schemas.microsoft.com/office/drawing/2014/main" id="{C3CA8B17-1EF5-2CB8-3159-F362DDA92E73}"/>
              </a:ext>
            </a:extLst>
          </p:cNvPr>
          <p:cNvSpPr txBox="1"/>
          <p:nvPr userDrawn="1"/>
        </p:nvSpPr>
        <p:spPr>
          <a:xfrm>
            <a:off x="6290924" y="2777120"/>
            <a:ext cx="2365631" cy="523220"/>
          </a:xfrm>
          <a:prstGeom prst="rect">
            <a:avLst/>
          </a:prstGeom>
          <a:noFill/>
        </p:spPr>
        <p:txBody>
          <a:bodyPr wrap="square" lIns="0" rtlCol="0">
            <a:spAutoFit/>
          </a:bodyPr>
          <a:lstStyle/>
          <a:p>
            <a:r>
              <a:rPr lang="fr-CA" sz="1400">
                <a:solidFill>
                  <a:schemeClr val="tx2"/>
                </a:solidFill>
              </a:rPr>
              <a:t>RVB : 65-182-230</a:t>
            </a:r>
          </a:p>
          <a:p>
            <a:r>
              <a:rPr lang="fr-CA" sz="1400">
                <a:solidFill>
                  <a:schemeClr val="tx2"/>
                </a:solidFill>
              </a:rPr>
              <a:t>(Pantone 298)</a:t>
            </a:r>
            <a:endParaRPr lang="en-CA" sz="1400">
              <a:solidFill>
                <a:schemeClr val="tx2"/>
              </a:solidFill>
            </a:endParaRPr>
          </a:p>
        </p:txBody>
      </p:sp>
      <p:sp>
        <p:nvSpPr>
          <p:cNvPr id="31" name="TextBox 17">
            <a:extLst>
              <a:ext uri="{FF2B5EF4-FFF2-40B4-BE49-F238E27FC236}">
                <a16:creationId xmlns:a16="http://schemas.microsoft.com/office/drawing/2014/main" id="{400E7F56-6097-0329-D5ED-52D74719BA06}"/>
              </a:ext>
            </a:extLst>
          </p:cNvPr>
          <p:cNvSpPr txBox="1"/>
          <p:nvPr userDrawn="1"/>
        </p:nvSpPr>
        <p:spPr>
          <a:xfrm>
            <a:off x="9178418" y="1628715"/>
            <a:ext cx="2494374" cy="369332"/>
          </a:xfrm>
          <a:prstGeom prst="rect">
            <a:avLst/>
          </a:prstGeom>
          <a:noFill/>
        </p:spPr>
        <p:txBody>
          <a:bodyPr wrap="square" lIns="0" rtlCol="0">
            <a:spAutoFit/>
          </a:bodyPr>
          <a:lstStyle/>
          <a:p>
            <a:r>
              <a:rPr lang="fr-CA" b="0" dirty="0">
                <a:latin typeface="Premier Tech Title" pitchFamily="2" charset="0"/>
                <a:ea typeface="Premier Tech Title" pitchFamily="2" charset="0"/>
              </a:rPr>
              <a:t>A</a:t>
            </a:r>
            <a:r>
              <a:rPr lang="en-CA" b="0" dirty="0" err="1">
                <a:latin typeface="Premier Tech Title" pitchFamily="2" charset="0"/>
                <a:ea typeface="Premier Tech Title" pitchFamily="2" charset="0"/>
              </a:rPr>
              <a:t>ccent</a:t>
            </a:r>
            <a:r>
              <a:rPr lang="en-CA" b="0" dirty="0">
                <a:latin typeface="Premier Tech Title" pitchFamily="2" charset="0"/>
                <a:ea typeface="Premier Tech Title" pitchFamily="2" charset="0"/>
              </a:rPr>
              <a:t> </a:t>
            </a:r>
            <a:r>
              <a:rPr lang="en-CA" b="0" dirty="0" err="1">
                <a:latin typeface="Premier Tech Title" pitchFamily="2" charset="0"/>
                <a:ea typeface="Premier Tech Title" pitchFamily="2" charset="0"/>
              </a:rPr>
              <a:t>secondaire</a:t>
            </a:r>
            <a:endParaRPr lang="en-CA" b="0" dirty="0">
              <a:latin typeface="Premier Tech Title" pitchFamily="2" charset="0"/>
              <a:ea typeface="Premier Tech Title" pitchFamily="2" charset="0"/>
            </a:endParaRPr>
          </a:p>
        </p:txBody>
      </p:sp>
      <p:sp>
        <p:nvSpPr>
          <p:cNvPr id="32" name="Rectangle 31">
            <a:extLst>
              <a:ext uri="{FF2B5EF4-FFF2-40B4-BE49-F238E27FC236}">
                <a16:creationId xmlns:a16="http://schemas.microsoft.com/office/drawing/2014/main" id="{E5494138-D7F1-B89F-8C5D-B07E92C56C5C}"/>
              </a:ext>
            </a:extLst>
          </p:cNvPr>
          <p:cNvSpPr/>
          <p:nvPr userDrawn="1"/>
        </p:nvSpPr>
        <p:spPr>
          <a:xfrm>
            <a:off x="9178418" y="2040967"/>
            <a:ext cx="663191" cy="6631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Box 19">
            <a:extLst>
              <a:ext uri="{FF2B5EF4-FFF2-40B4-BE49-F238E27FC236}">
                <a16:creationId xmlns:a16="http://schemas.microsoft.com/office/drawing/2014/main" id="{8B278805-A526-BC75-0552-195430E04811}"/>
              </a:ext>
            </a:extLst>
          </p:cNvPr>
          <p:cNvSpPr txBox="1"/>
          <p:nvPr userDrawn="1"/>
        </p:nvSpPr>
        <p:spPr>
          <a:xfrm>
            <a:off x="9178419" y="2777120"/>
            <a:ext cx="2365631" cy="523220"/>
          </a:xfrm>
          <a:prstGeom prst="rect">
            <a:avLst/>
          </a:prstGeom>
          <a:noFill/>
        </p:spPr>
        <p:txBody>
          <a:bodyPr wrap="square" lIns="0" rtlCol="0">
            <a:spAutoFit/>
          </a:bodyPr>
          <a:lstStyle/>
          <a:p>
            <a:r>
              <a:rPr lang="fr-CA" sz="1400" dirty="0">
                <a:solidFill>
                  <a:schemeClr val="tx2"/>
                </a:solidFill>
              </a:rPr>
              <a:t>RVB : 138-141-143</a:t>
            </a:r>
          </a:p>
          <a:p>
            <a:r>
              <a:rPr lang="fr-CA" sz="1400" dirty="0">
                <a:solidFill>
                  <a:schemeClr val="tx2"/>
                </a:solidFill>
              </a:rPr>
              <a:t>(Pantone 877)</a:t>
            </a:r>
            <a:endParaRPr lang="en-CA" sz="1400" dirty="0">
              <a:solidFill>
                <a:schemeClr val="tx2"/>
              </a:solidFill>
            </a:endParaRPr>
          </a:p>
        </p:txBody>
      </p:sp>
      <p:sp>
        <p:nvSpPr>
          <p:cNvPr id="35" name="TextBox 20">
            <a:extLst>
              <a:ext uri="{FF2B5EF4-FFF2-40B4-BE49-F238E27FC236}">
                <a16:creationId xmlns:a16="http://schemas.microsoft.com/office/drawing/2014/main" id="{239D7B9F-EC81-F2AA-79A9-948847FAC540}"/>
              </a:ext>
            </a:extLst>
          </p:cNvPr>
          <p:cNvSpPr txBox="1"/>
          <p:nvPr userDrawn="1"/>
        </p:nvSpPr>
        <p:spPr>
          <a:xfrm>
            <a:off x="534408" y="3943469"/>
            <a:ext cx="5657823" cy="923330"/>
          </a:xfrm>
          <a:prstGeom prst="rect">
            <a:avLst/>
          </a:prstGeom>
          <a:noFill/>
        </p:spPr>
        <p:txBody>
          <a:bodyPr wrap="square" rtlCol="0">
            <a:spAutoFit/>
          </a:bodyPr>
          <a:lstStyle/>
          <a:p>
            <a:r>
              <a:rPr lang="fr-CA" b="0" dirty="0">
                <a:solidFill>
                  <a:schemeClr val="tx2"/>
                </a:solidFill>
                <a:latin typeface="Premier Tech Title" pitchFamily="2" charset="0"/>
                <a:ea typeface="Premier Tech Title" pitchFamily="2" charset="0"/>
              </a:rPr>
              <a:t>Couleurs additionnelles pour les graphiques </a:t>
            </a:r>
            <a:br>
              <a:rPr lang="fr-CA" sz="1200" dirty="0">
                <a:solidFill>
                  <a:schemeClr val="tx2"/>
                </a:solidFill>
              </a:rPr>
            </a:br>
            <a:r>
              <a:rPr lang="fr-CA" sz="1200" dirty="0">
                <a:solidFill>
                  <a:schemeClr val="tx2"/>
                </a:solidFill>
              </a:rPr>
              <a:t>À utiliser uniquement si </a:t>
            </a:r>
            <a:r>
              <a:rPr lang="en-CA" sz="1200" dirty="0">
                <a:solidFill>
                  <a:schemeClr val="tx2"/>
                </a:solidFill>
              </a:rPr>
              <a:t>les couleurs </a:t>
            </a:r>
            <a:r>
              <a:rPr lang="en-CA" sz="1200" dirty="0" err="1">
                <a:solidFill>
                  <a:schemeClr val="tx2"/>
                </a:solidFill>
              </a:rPr>
              <a:t>d’accents</a:t>
            </a:r>
            <a:r>
              <a:rPr lang="en-CA" sz="1200" dirty="0">
                <a:solidFill>
                  <a:schemeClr val="tx2"/>
                </a:solidFill>
              </a:rPr>
              <a:t> </a:t>
            </a:r>
            <a:r>
              <a:rPr lang="en-CA" sz="1200" dirty="0" err="1">
                <a:solidFill>
                  <a:schemeClr val="tx2"/>
                </a:solidFill>
              </a:rPr>
              <a:t>ont</a:t>
            </a:r>
            <a:r>
              <a:rPr lang="en-CA" sz="1200" dirty="0">
                <a:solidFill>
                  <a:schemeClr val="tx2"/>
                </a:solidFill>
              </a:rPr>
              <a:t> </a:t>
            </a:r>
            <a:r>
              <a:rPr lang="en-CA" sz="1200" dirty="0" err="1">
                <a:solidFill>
                  <a:schemeClr val="tx2"/>
                </a:solidFill>
              </a:rPr>
              <a:t>été</a:t>
            </a:r>
            <a:r>
              <a:rPr lang="en-CA" sz="1200" dirty="0">
                <a:solidFill>
                  <a:schemeClr val="tx2"/>
                </a:solidFill>
              </a:rPr>
              <a:t> </a:t>
            </a:r>
            <a:r>
              <a:rPr lang="en-CA" sz="1200" dirty="0" err="1">
                <a:solidFill>
                  <a:schemeClr val="tx2"/>
                </a:solidFill>
              </a:rPr>
              <a:t>utilisées</a:t>
            </a:r>
            <a:endParaRPr lang="en-CA" sz="1200" dirty="0">
              <a:solidFill>
                <a:schemeClr val="tx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tx2"/>
                </a:solidFill>
              </a:rPr>
              <a:t>Voir les modèles disponibles dans le masque des diapositives </a:t>
            </a:r>
            <a:br>
              <a:rPr lang="fr-CA" sz="1200" dirty="0">
                <a:solidFill>
                  <a:schemeClr val="tx2"/>
                </a:solidFill>
              </a:rPr>
            </a:br>
            <a:endParaRPr lang="en-CA" sz="1200" dirty="0">
              <a:solidFill>
                <a:schemeClr val="tx2"/>
              </a:solidFill>
            </a:endParaRPr>
          </a:p>
        </p:txBody>
      </p:sp>
      <p:sp>
        <p:nvSpPr>
          <p:cNvPr id="36" name="Rectangle 35">
            <a:extLst>
              <a:ext uri="{FF2B5EF4-FFF2-40B4-BE49-F238E27FC236}">
                <a16:creationId xmlns:a16="http://schemas.microsoft.com/office/drawing/2014/main" id="{E7F0D290-BF55-4D8D-DE18-B6B82D9C742C}"/>
              </a:ext>
            </a:extLst>
          </p:cNvPr>
          <p:cNvSpPr/>
          <p:nvPr userDrawn="1"/>
        </p:nvSpPr>
        <p:spPr>
          <a:xfrm>
            <a:off x="595585" y="4876827"/>
            <a:ext cx="530553" cy="5305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22">
            <a:extLst>
              <a:ext uri="{FF2B5EF4-FFF2-40B4-BE49-F238E27FC236}">
                <a16:creationId xmlns:a16="http://schemas.microsoft.com/office/drawing/2014/main" id="{E25FB368-3533-2B71-4471-D79FAF1B75BD}"/>
              </a:ext>
            </a:extLst>
          </p:cNvPr>
          <p:cNvSpPr txBox="1"/>
          <p:nvPr userDrawn="1"/>
        </p:nvSpPr>
        <p:spPr>
          <a:xfrm>
            <a:off x="601040" y="5527705"/>
            <a:ext cx="1994432" cy="523220"/>
          </a:xfrm>
          <a:prstGeom prst="rect">
            <a:avLst/>
          </a:prstGeom>
          <a:noFill/>
        </p:spPr>
        <p:txBody>
          <a:bodyPr wrap="square" lIns="0" rtlCol="0">
            <a:spAutoFit/>
          </a:bodyPr>
          <a:lstStyle/>
          <a:p>
            <a:r>
              <a:rPr lang="fr-CA" sz="1400" dirty="0">
                <a:solidFill>
                  <a:schemeClr val="tx2"/>
                </a:solidFill>
              </a:rPr>
              <a:t>RVB : 0-119-200</a:t>
            </a:r>
          </a:p>
          <a:p>
            <a:r>
              <a:rPr lang="fr-CA" sz="1400" dirty="0">
                <a:solidFill>
                  <a:schemeClr val="tx2"/>
                </a:solidFill>
              </a:rPr>
              <a:t>(Pantone 3005)</a:t>
            </a:r>
            <a:endParaRPr lang="en-CA" sz="1400" dirty="0">
              <a:solidFill>
                <a:schemeClr val="tx2"/>
              </a:solidFill>
            </a:endParaRPr>
          </a:p>
        </p:txBody>
      </p:sp>
      <p:sp>
        <p:nvSpPr>
          <p:cNvPr id="38" name="Rectangle 37">
            <a:extLst>
              <a:ext uri="{FF2B5EF4-FFF2-40B4-BE49-F238E27FC236}">
                <a16:creationId xmlns:a16="http://schemas.microsoft.com/office/drawing/2014/main" id="{40F1263F-A731-C0E8-296C-1B38F795337C}"/>
              </a:ext>
            </a:extLst>
          </p:cNvPr>
          <p:cNvSpPr/>
          <p:nvPr userDrawn="1"/>
        </p:nvSpPr>
        <p:spPr>
          <a:xfrm>
            <a:off x="2473712" y="4876827"/>
            <a:ext cx="530553" cy="5305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26">
            <a:extLst>
              <a:ext uri="{FF2B5EF4-FFF2-40B4-BE49-F238E27FC236}">
                <a16:creationId xmlns:a16="http://schemas.microsoft.com/office/drawing/2014/main" id="{75B08077-7E93-E9A0-EE7F-519111510F2D}"/>
              </a:ext>
            </a:extLst>
          </p:cNvPr>
          <p:cNvSpPr txBox="1"/>
          <p:nvPr userDrawn="1"/>
        </p:nvSpPr>
        <p:spPr>
          <a:xfrm>
            <a:off x="2479444" y="5527705"/>
            <a:ext cx="1994431" cy="523220"/>
          </a:xfrm>
          <a:prstGeom prst="rect">
            <a:avLst/>
          </a:prstGeom>
          <a:noFill/>
        </p:spPr>
        <p:txBody>
          <a:bodyPr wrap="square" lIns="0" rtlCol="0">
            <a:spAutoFit/>
          </a:bodyPr>
          <a:lstStyle/>
          <a:p>
            <a:r>
              <a:rPr lang="fr-CA" sz="1400" dirty="0">
                <a:solidFill>
                  <a:schemeClr val="tx2"/>
                </a:solidFill>
              </a:rPr>
              <a:t>RVB : 84-88-91</a:t>
            </a:r>
          </a:p>
          <a:p>
            <a:r>
              <a:rPr lang="fr-CA" sz="1400" dirty="0">
                <a:solidFill>
                  <a:schemeClr val="tx2"/>
                </a:solidFill>
              </a:rPr>
              <a:t>(Pantone 425)</a:t>
            </a:r>
            <a:endParaRPr lang="en-CA" sz="1400" dirty="0">
              <a:solidFill>
                <a:schemeClr val="tx2"/>
              </a:solidFill>
            </a:endParaRPr>
          </a:p>
        </p:txBody>
      </p:sp>
      <p:sp>
        <p:nvSpPr>
          <p:cNvPr id="40" name="Rectangle 39">
            <a:extLst>
              <a:ext uri="{FF2B5EF4-FFF2-40B4-BE49-F238E27FC236}">
                <a16:creationId xmlns:a16="http://schemas.microsoft.com/office/drawing/2014/main" id="{291DA34F-55C5-C761-B830-48EB84A9AB38}"/>
              </a:ext>
            </a:extLst>
          </p:cNvPr>
          <p:cNvSpPr/>
          <p:nvPr userDrawn="1"/>
        </p:nvSpPr>
        <p:spPr>
          <a:xfrm>
            <a:off x="4291121" y="4876827"/>
            <a:ext cx="530553" cy="53055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TextBox 28">
            <a:extLst>
              <a:ext uri="{FF2B5EF4-FFF2-40B4-BE49-F238E27FC236}">
                <a16:creationId xmlns:a16="http://schemas.microsoft.com/office/drawing/2014/main" id="{12F1335C-C502-199A-63B4-D3CB31CBE46D}"/>
              </a:ext>
            </a:extLst>
          </p:cNvPr>
          <p:cNvSpPr txBox="1"/>
          <p:nvPr userDrawn="1"/>
        </p:nvSpPr>
        <p:spPr>
          <a:xfrm>
            <a:off x="4291121" y="5527130"/>
            <a:ext cx="2257177" cy="523220"/>
          </a:xfrm>
          <a:prstGeom prst="rect">
            <a:avLst/>
          </a:prstGeom>
          <a:noFill/>
        </p:spPr>
        <p:txBody>
          <a:bodyPr wrap="square" lIns="0" rtlCol="0">
            <a:spAutoFit/>
          </a:bodyPr>
          <a:lstStyle/>
          <a:p>
            <a:r>
              <a:rPr lang="fr-CA" sz="1400" dirty="0">
                <a:solidFill>
                  <a:schemeClr val="tx2"/>
                </a:solidFill>
              </a:rPr>
              <a:t>RVB : 189-189-189</a:t>
            </a:r>
          </a:p>
          <a:p>
            <a:r>
              <a:rPr lang="fr-CA" sz="1400" dirty="0">
                <a:solidFill>
                  <a:schemeClr val="tx2"/>
                </a:solidFill>
              </a:rPr>
              <a:t>(Pantone 877 - 50%)</a:t>
            </a:r>
          </a:p>
        </p:txBody>
      </p:sp>
    </p:spTree>
    <p:extLst>
      <p:ext uri="{BB962C8B-B14F-4D97-AF65-F5344CB8AC3E}">
        <p14:creationId xmlns:p14="http://schemas.microsoft.com/office/powerpoint/2010/main" val="4125056980"/>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ndards et astuces">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11A658A7-A56E-4141-9F06-183E6A30A2DC}"/>
              </a:ext>
            </a:extLst>
          </p:cNvPr>
          <p:cNvSpPr txBox="1"/>
          <p:nvPr userDrawn="1"/>
        </p:nvSpPr>
        <p:spPr>
          <a:xfrm>
            <a:off x="515938" y="1797542"/>
            <a:ext cx="5399730" cy="400110"/>
          </a:xfrm>
          <a:prstGeom prst="rect">
            <a:avLst/>
          </a:prstGeom>
          <a:noFill/>
        </p:spPr>
        <p:txBody>
          <a:bodyPr wrap="square" rtlCol="0">
            <a:spAutoFit/>
          </a:bodyPr>
          <a:lstStyle/>
          <a:p>
            <a:r>
              <a:rPr lang="fr-CA" sz="2000" b="0" noProof="0">
                <a:solidFill>
                  <a:schemeClr val="accent1"/>
                </a:solidFill>
                <a:latin typeface="+mj-lt"/>
              </a:rPr>
              <a:t>1 – Sauvegarder une présentation</a:t>
            </a:r>
          </a:p>
        </p:txBody>
      </p:sp>
      <p:sp>
        <p:nvSpPr>
          <p:cNvPr id="44" name="TextBox 43">
            <a:extLst>
              <a:ext uri="{FF2B5EF4-FFF2-40B4-BE49-F238E27FC236}">
                <a16:creationId xmlns:a16="http://schemas.microsoft.com/office/drawing/2014/main" id="{E0EA34CC-D03F-4067-A5C1-88AB0A282F8C}"/>
              </a:ext>
            </a:extLst>
          </p:cNvPr>
          <p:cNvSpPr txBox="1"/>
          <p:nvPr userDrawn="1"/>
        </p:nvSpPr>
        <p:spPr>
          <a:xfrm>
            <a:off x="515938" y="2418936"/>
            <a:ext cx="5079056" cy="3693319"/>
          </a:xfrm>
          <a:prstGeom prst="rect">
            <a:avLst/>
          </a:prstGeom>
          <a:noFill/>
        </p:spPr>
        <p:txBody>
          <a:bodyPr wrap="square" rIns="0" rtlCol="0">
            <a:spAutoFit/>
          </a:bodyPr>
          <a:lstStyle/>
          <a:p>
            <a:r>
              <a:rPr lang="fr-CA" sz="1800" noProof="0"/>
              <a:t>La fonte Premier Tech </a:t>
            </a:r>
            <a:r>
              <a:rPr lang="fr-FR" sz="1800" noProof="0"/>
              <a:t>utilisée dans les gabarits est unique et est la propriété de Premier Tech </a:t>
            </a:r>
            <a:r>
              <a:rPr lang="fr-FR" sz="1800" noProof="0" err="1"/>
              <a:t>ltée</a:t>
            </a:r>
            <a:r>
              <a:rPr lang="fr-FR" sz="1800" noProof="0"/>
              <a:t>. Elle est disponible uniquement sur les ordinateurs PT réservés à l’usage des équipiers. Il est donc de votre responsabilité de ne pas la partager avec un tiers. Si vous devez utiliser un ordinateur externe pour présenter votre PowerPoint, il est important de l’enregistrer au format </a:t>
            </a:r>
            <a:br>
              <a:rPr lang="fr-FR" sz="1800" noProof="0"/>
            </a:br>
            <a:r>
              <a:rPr lang="fr-FR" sz="1800" noProof="0"/>
              <a:t>« Diaporama » afin de conserver la mise en page. Pour savoir comment faire, </a:t>
            </a:r>
            <a:br>
              <a:rPr lang="fr-FR" sz="1800" noProof="0"/>
            </a:br>
            <a:r>
              <a:rPr lang="fr-FR" sz="1800" noProof="0">
                <a:solidFill>
                  <a:schemeClr val="accent1"/>
                </a:solidFill>
              </a:rPr>
              <a:t>rendez-vous dans la section PowerPoint de la PT Reference.</a:t>
            </a:r>
            <a:endParaRPr lang="fr-CA" sz="1800" b="0" noProof="0">
              <a:solidFill>
                <a:schemeClr val="accent1"/>
              </a:solidFill>
            </a:endParaRPr>
          </a:p>
        </p:txBody>
      </p:sp>
      <p:sp>
        <p:nvSpPr>
          <p:cNvPr id="50" name="Title 1">
            <a:extLst>
              <a:ext uri="{FF2B5EF4-FFF2-40B4-BE49-F238E27FC236}">
                <a16:creationId xmlns:a16="http://schemas.microsoft.com/office/drawing/2014/main" id="{46509B62-8A45-45B4-9D65-14DD4EA74E64}"/>
              </a:ext>
            </a:extLst>
          </p:cNvPr>
          <p:cNvSpPr txBox="1">
            <a:spLocks/>
          </p:cNvSpPr>
          <p:nvPr userDrawn="1"/>
        </p:nvSpPr>
        <p:spPr>
          <a:xfrm>
            <a:off x="515938" y="620713"/>
            <a:ext cx="10585450"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a:solidFill>
                  <a:schemeClr val="tx1"/>
                </a:solidFill>
              </a:rPr>
              <a:t>Standards Premier Tech et </a:t>
            </a:r>
            <a:r>
              <a:rPr lang="en-CA" sz="4000" err="1">
                <a:solidFill>
                  <a:schemeClr val="tx1"/>
                </a:solidFill>
              </a:rPr>
              <a:t>astuces</a:t>
            </a:r>
            <a:endParaRPr lang="en-CA" sz="4000">
              <a:solidFill>
                <a:schemeClr val="tx1"/>
              </a:solidFill>
            </a:endParaRPr>
          </a:p>
        </p:txBody>
      </p:sp>
      <p:sp>
        <p:nvSpPr>
          <p:cNvPr id="2" name="TextBox 44">
            <a:extLst>
              <a:ext uri="{FF2B5EF4-FFF2-40B4-BE49-F238E27FC236}">
                <a16:creationId xmlns:a16="http://schemas.microsoft.com/office/drawing/2014/main" id="{B55C0FB5-E9C5-4B98-B031-5D11AA173C8C}"/>
              </a:ext>
            </a:extLst>
          </p:cNvPr>
          <p:cNvSpPr txBox="1"/>
          <p:nvPr userDrawn="1"/>
        </p:nvSpPr>
        <p:spPr>
          <a:xfrm>
            <a:off x="6096000" y="1797542"/>
            <a:ext cx="3811864" cy="400110"/>
          </a:xfrm>
          <a:prstGeom prst="rect">
            <a:avLst/>
          </a:prstGeom>
          <a:noFill/>
        </p:spPr>
        <p:txBody>
          <a:bodyPr wrap="square" rtlCol="0">
            <a:spAutoFit/>
          </a:bodyPr>
          <a:lstStyle/>
          <a:p>
            <a:r>
              <a:rPr lang="fr-CA" sz="2000" b="0" noProof="0">
                <a:solidFill>
                  <a:schemeClr val="accent1"/>
                </a:solidFill>
                <a:latin typeface="+mj-lt"/>
              </a:rPr>
              <a:t>2 – Présentation corporative</a:t>
            </a:r>
          </a:p>
        </p:txBody>
      </p:sp>
      <p:sp>
        <p:nvSpPr>
          <p:cNvPr id="3" name="TextBox 45">
            <a:extLst>
              <a:ext uri="{FF2B5EF4-FFF2-40B4-BE49-F238E27FC236}">
                <a16:creationId xmlns:a16="http://schemas.microsoft.com/office/drawing/2014/main" id="{8E11504C-1CC8-4DBE-9304-6D6CA90D7A92}"/>
              </a:ext>
            </a:extLst>
          </p:cNvPr>
          <p:cNvSpPr txBox="1"/>
          <p:nvPr userDrawn="1"/>
        </p:nvSpPr>
        <p:spPr>
          <a:xfrm>
            <a:off x="6095999" y="2418936"/>
            <a:ext cx="5371155" cy="2585323"/>
          </a:xfrm>
          <a:prstGeom prst="rect">
            <a:avLst/>
          </a:prstGeom>
          <a:noFill/>
        </p:spPr>
        <p:txBody>
          <a:bodyPr wrap="square" rIns="0" rtlCol="0">
            <a:spAutoFit/>
          </a:bodyPr>
          <a:lstStyle/>
          <a:p>
            <a:r>
              <a:rPr lang="fr-CA" sz="1800" noProof="0"/>
              <a:t>Pour présenter Premier Tech – qui nous sommes et ce que nous créons – au début de votre présentation, sélectionnez des </a:t>
            </a:r>
            <a:r>
              <a:rPr lang="fr-CA" sz="1800" noProof="0">
                <a:solidFill>
                  <a:schemeClr val="accent1"/>
                </a:solidFill>
              </a:rPr>
              <a:t>diapositives dans la présentation PowerPoint Corporative disponible sur la PT Reference. </a:t>
            </a:r>
            <a:r>
              <a:rPr lang="fr-CA" sz="1800" noProof="0"/>
              <a:t>Cette présentation contient des informations et des statistiques sur les équipiers, nos marques et nos produits, nos groupes, notre présence mondiale et notre chiffre d’affaires. </a:t>
            </a:r>
          </a:p>
        </p:txBody>
      </p:sp>
      <p:sp>
        <p:nvSpPr>
          <p:cNvPr id="4" name="Espace réservé du numéro de diapositive 3">
            <a:extLst>
              <a:ext uri="{FF2B5EF4-FFF2-40B4-BE49-F238E27FC236}">
                <a16:creationId xmlns:a16="http://schemas.microsoft.com/office/drawing/2014/main" id="{961CD38E-C745-74D9-2472-EAA99B6FE413}"/>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383863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s et astuces 2">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11A658A7-A56E-4141-9F06-183E6A30A2DC}"/>
              </a:ext>
            </a:extLst>
          </p:cNvPr>
          <p:cNvSpPr txBox="1"/>
          <p:nvPr userDrawn="1"/>
        </p:nvSpPr>
        <p:spPr>
          <a:xfrm>
            <a:off x="515938" y="1828022"/>
            <a:ext cx="5399730" cy="400110"/>
          </a:xfrm>
          <a:prstGeom prst="rect">
            <a:avLst/>
          </a:prstGeom>
          <a:noFill/>
        </p:spPr>
        <p:txBody>
          <a:bodyPr wrap="square" rtlCol="0">
            <a:spAutoFit/>
          </a:bodyPr>
          <a:lstStyle/>
          <a:p>
            <a:r>
              <a:rPr lang="fr-CA" sz="2000" b="0" noProof="0">
                <a:solidFill>
                  <a:schemeClr val="accent1"/>
                </a:solidFill>
                <a:latin typeface="+mj-lt"/>
              </a:rPr>
              <a:t>3 – Envoyer une présentation</a:t>
            </a:r>
          </a:p>
        </p:txBody>
      </p:sp>
      <p:sp>
        <p:nvSpPr>
          <p:cNvPr id="44" name="TextBox 43">
            <a:extLst>
              <a:ext uri="{FF2B5EF4-FFF2-40B4-BE49-F238E27FC236}">
                <a16:creationId xmlns:a16="http://schemas.microsoft.com/office/drawing/2014/main" id="{E0EA34CC-D03F-4067-A5C1-88AB0A282F8C}"/>
              </a:ext>
            </a:extLst>
          </p:cNvPr>
          <p:cNvSpPr txBox="1"/>
          <p:nvPr userDrawn="1"/>
        </p:nvSpPr>
        <p:spPr>
          <a:xfrm>
            <a:off x="515938" y="2458941"/>
            <a:ext cx="5079056" cy="2031325"/>
          </a:xfrm>
          <a:prstGeom prst="rect">
            <a:avLst/>
          </a:prstGeom>
          <a:noFill/>
        </p:spPr>
        <p:txBody>
          <a:bodyPr wrap="square" rIns="0" rtlCol="0">
            <a:spAutoFit/>
          </a:bodyPr>
          <a:lstStyle/>
          <a:p>
            <a:r>
              <a:rPr lang="fr-CA" sz="1800" noProof="0"/>
              <a:t>Pour des raisons de propriété intellectuelle, les présentations PowerPoint transmises à l’externe, </a:t>
            </a:r>
            <a:r>
              <a:rPr lang="fr-FR" sz="1800" noProof="0"/>
              <a:t>par exemple à un client ou à un partenaire, devraient toujours être partagées en format PDF. </a:t>
            </a:r>
            <a:r>
              <a:rPr lang="fr-FR" sz="1800" noProof="0">
                <a:solidFill>
                  <a:schemeClr val="tx1"/>
                </a:solidFill>
              </a:rPr>
              <a:t>Pour savoir comment faire, </a:t>
            </a:r>
            <a:r>
              <a:rPr lang="fr-FR" sz="1800" noProof="0">
                <a:solidFill>
                  <a:schemeClr val="accent1"/>
                </a:solidFill>
              </a:rPr>
              <a:t>rendez-vous dans la section PowerPoint de la PT Reference.</a:t>
            </a:r>
            <a:endParaRPr lang="fr-CA" sz="1800" noProof="0">
              <a:solidFill>
                <a:schemeClr val="accent1"/>
              </a:solidFill>
            </a:endParaRPr>
          </a:p>
        </p:txBody>
      </p:sp>
      <p:sp>
        <p:nvSpPr>
          <p:cNvPr id="50" name="Title 1">
            <a:extLst>
              <a:ext uri="{FF2B5EF4-FFF2-40B4-BE49-F238E27FC236}">
                <a16:creationId xmlns:a16="http://schemas.microsoft.com/office/drawing/2014/main" id="{46509B62-8A45-45B4-9D65-14DD4EA74E64}"/>
              </a:ext>
            </a:extLst>
          </p:cNvPr>
          <p:cNvSpPr txBox="1">
            <a:spLocks/>
          </p:cNvSpPr>
          <p:nvPr userDrawn="1"/>
        </p:nvSpPr>
        <p:spPr>
          <a:xfrm>
            <a:off x="515938" y="631826"/>
            <a:ext cx="10585450"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a:solidFill>
                  <a:schemeClr val="tx1"/>
                </a:solidFill>
              </a:rPr>
              <a:t>Standards Premier Tech et </a:t>
            </a:r>
            <a:r>
              <a:rPr lang="en-CA" sz="4000" err="1">
                <a:solidFill>
                  <a:schemeClr val="tx1"/>
                </a:solidFill>
              </a:rPr>
              <a:t>astuces</a:t>
            </a:r>
            <a:r>
              <a:rPr lang="en-CA" sz="4000">
                <a:solidFill>
                  <a:schemeClr val="tx1"/>
                </a:solidFill>
              </a:rPr>
              <a:t> - suite</a:t>
            </a:r>
          </a:p>
        </p:txBody>
      </p:sp>
      <p:sp>
        <p:nvSpPr>
          <p:cNvPr id="2" name="Espace réservé du numéro de diapositive 1">
            <a:extLst>
              <a:ext uri="{FF2B5EF4-FFF2-40B4-BE49-F238E27FC236}">
                <a16:creationId xmlns:a16="http://schemas.microsoft.com/office/drawing/2014/main" id="{243EEB7B-5109-7E39-179E-210E795BB90E}"/>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20994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Logo P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AD02CBF-92A3-4255-89B5-DFE023338C9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71093" y="2096621"/>
            <a:ext cx="6049815" cy="2474258"/>
          </a:xfrm>
          <a:prstGeom prst="rect">
            <a:avLst/>
          </a:prstGeom>
        </p:spPr>
      </p:pic>
    </p:spTree>
    <p:extLst>
      <p:ext uri="{BB962C8B-B14F-4D97-AF65-F5344CB8AC3E}">
        <p14:creationId xmlns:p14="http://schemas.microsoft.com/office/powerpoint/2010/main" val="2512006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ge titre">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0CCE2091-1CED-88EA-F38B-14FB6080B961}"/>
              </a:ext>
            </a:extLst>
          </p:cNvPr>
          <p:cNvSpPr>
            <a:spLocks noGrp="1"/>
          </p:cNvSpPr>
          <p:nvPr>
            <p:ph type="body" sz="quarter" idx="11" hasCustomPrompt="1"/>
          </p:nvPr>
        </p:nvSpPr>
        <p:spPr>
          <a:xfrm>
            <a:off x="515938" y="3768904"/>
            <a:ext cx="8452964" cy="369332"/>
          </a:xfrm>
        </p:spPr>
        <p:txBody>
          <a:bodyPr>
            <a:spAutoFit/>
          </a:bodyPr>
          <a:lstStyle>
            <a:lvl1pPr marL="0" indent="0">
              <a:buNone/>
              <a:defRPr sz="1800"/>
            </a:lvl1pPr>
          </a:lstStyle>
          <a:p>
            <a:pPr lvl="0"/>
            <a:r>
              <a:rPr lang="fr-CA"/>
              <a:t>XXXX.XX.XX – Statut du projet, Acronymes</a:t>
            </a:r>
            <a:endParaRPr lang="en-CA"/>
          </a:p>
        </p:txBody>
      </p:sp>
      <p:sp>
        <p:nvSpPr>
          <p:cNvPr id="4" name="Titre 3">
            <a:extLst>
              <a:ext uri="{FF2B5EF4-FFF2-40B4-BE49-F238E27FC236}">
                <a16:creationId xmlns:a16="http://schemas.microsoft.com/office/drawing/2014/main" id="{554CCA82-A609-1297-7BAA-7A464A2E4A2F}"/>
              </a:ext>
            </a:extLst>
          </p:cNvPr>
          <p:cNvSpPr>
            <a:spLocks noGrp="1"/>
          </p:cNvSpPr>
          <p:nvPr>
            <p:ph type="title"/>
          </p:nvPr>
        </p:nvSpPr>
        <p:spPr>
          <a:xfrm>
            <a:off x="515939" y="2828007"/>
            <a:ext cx="8452963" cy="830997"/>
          </a:xfrm>
        </p:spPr>
        <p:txBody>
          <a:bodyPr>
            <a:spAutoFit/>
          </a:bodyPr>
          <a:lstStyle>
            <a:lvl1pPr>
              <a:defRPr sz="4800">
                <a:latin typeface="Premier Tech Title" pitchFamily="2" charset="0"/>
                <a:ea typeface="Premier Tech Title" pitchFamily="2" charset="0"/>
              </a:defRPr>
            </a:lvl1pPr>
          </a:lstStyle>
          <a:p>
            <a:r>
              <a:rPr lang="fr-FR"/>
              <a:t>Modifiez le style du titre</a:t>
            </a:r>
            <a:endParaRPr lang="en-CA"/>
          </a:p>
        </p:txBody>
      </p:sp>
      <p:sp>
        <p:nvSpPr>
          <p:cNvPr id="14" name="Espace réservé du texte 13">
            <a:extLst>
              <a:ext uri="{FF2B5EF4-FFF2-40B4-BE49-F238E27FC236}">
                <a16:creationId xmlns:a16="http://schemas.microsoft.com/office/drawing/2014/main" id="{2D792E9D-F4D0-B728-CE0B-E9366053B73B}"/>
              </a:ext>
            </a:extLst>
          </p:cNvPr>
          <p:cNvSpPr>
            <a:spLocks noGrp="1"/>
          </p:cNvSpPr>
          <p:nvPr>
            <p:ph type="body" sz="quarter" idx="14" hasCustomPrompt="1"/>
          </p:nvPr>
        </p:nvSpPr>
        <p:spPr>
          <a:xfrm>
            <a:off x="515938" y="2133332"/>
            <a:ext cx="8452963" cy="584775"/>
          </a:xfrm>
        </p:spPr>
        <p:txBody>
          <a:bodyPr>
            <a:spAutoFit/>
          </a:bodyPr>
          <a:lstStyle>
            <a:lvl1pPr marL="0" indent="0">
              <a:buNone/>
              <a:defRPr sz="3200">
                <a:latin typeface="Premier Tech Title" pitchFamily="2" charset="0"/>
                <a:ea typeface="Premier Tech Title" pitchFamily="2" charset="0"/>
              </a:defRPr>
            </a:lvl1pPr>
          </a:lstStyle>
          <a:p>
            <a:pPr lvl="0"/>
            <a:r>
              <a:rPr lang="fr-CA"/>
              <a:t>Surtitre</a:t>
            </a:r>
            <a:endParaRPr lang="en-CA"/>
          </a:p>
        </p:txBody>
      </p:sp>
      <p:sp>
        <p:nvSpPr>
          <p:cNvPr id="3" name="Rectangle 2">
            <a:extLst>
              <a:ext uri="{FF2B5EF4-FFF2-40B4-BE49-F238E27FC236}">
                <a16:creationId xmlns:a16="http://schemas.microsoft.com/office/drawing/2014/main" id="{4F87AF44-F554-4051-4DB2-0BBE4134F0BE}"/>
              </a:ext>
            </a:extLst>
          </p:cNvPr>
          <p:cNvSpPr/>
          <p:nvPr userDrawn="1"/>
        </p:nvSpPr>
        <p:spPr>
          <a:xfrm>
            <a:off x="9043599" y="6439624"/>
            <a:ext cx="3031012" cy="291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F1EAEC5E-F8B2-C5BA-9F99-D20800395678}"/>
              </a:ext>
            </a:extLst>
          </p:cNvPr>
          <p:cNvSpPr/>
          <p:nvPr userDrawn="1"/>
        </p:nvSpPr>
        <p:spPr>
          <a:xfrm>
            <a:off x="11187181"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6" name="Rectangle 5">
            <a:extLst>
              <a:ext uri="{FF2B5EF4-FFF2-40B4-BE49-F238E27FC236}">
                <a16:creationId xmlns:a16="http://schemas.microsoft.com/office/drawing/2014/main" id="{112719C6-15A0-D50A-00C2-29E1B553E25B}"/>
              </a:ext>
            </a:extLst>
          </p:cNvPr>
          <p:cNvSpPr/>
          <p:nvPr userDrawn="1"/>
        </p:nvSpPr>
        <p:spPr>
          <a:xfrm>
            <a:off x="9271031" y="6550511"/>
            <a:ext cx="2016000" cy="180425"/>
          </a:xfrm>
          <a:prstGeom prst="rect">
            <a:avLst/>
          </a:prstGeom>
        </p:spPr>
        <p:txBody>
          <a:bodyPr wrap="square" lIns="36000" tIns="36000" rIns="36000" bIns="36000" anchor="ctr" anchorCtr="0">
            <a:spAutoFit/>
          </a:bodyPr>
          <a:lstStyle/>
          <a:p>
            <a:pPr algn="r">
              <a:defRPr/>
            </a:pPr>
            <a:r>
              <a:rPr lang="en-CA" sz="700" b="0" i="0">
                <a:solidFill>
                  <a:schemeClr val="accent2"/>
                </a:solidFill>
                <a:effectLst/>
                <a:latin typeface="+mn-lt"/>
              </a:rPr>
              <a:t>© Premier Tech </a:t>
            </a:r>
            <a:r>
              <a:rPr lang="en-CA" sz="700" b="0" i="0" err="1">
                <a:solidFill>
                  <a:schemeClr val="accent2"/>
                </a:solidFill>
                <a:effectLst/>
                <a:latin typeface="+mn-lt"/>
              </a:rPr>
              <a:t>ltée</a:t>
            </a:r>
            <a:r>
              <a:rPr lang="en-CA" sz="700" b="0" i="0">
                <a:solidFill>
                  <a:schemeClr val="accent2"/>
                </a:solidFill>
                <a:effectLst/>
                <a:latin typeface="+mn-lt"/>
              </a:rPr>
              <a:t>. Tous droits </a:t>
            </a:r>
            <a:r>
              <a:rPr lang="en-CA" sz="700" b="0" i="0" err="1">
                <a:solidFill>
                  <a:schemeClr val="accent2"/>
                </a:solidFill>
                <a:effectLst/>
                <a:latin typeface="+mn-lt"/>
              </a:rPr>
              <a:t>réservés</a:t>
            </a:r>
            <a:r>
              <a:rPr lang="en-CA" sz="700" b="0" i="0">
                <a:solidFill>
                  <a:schemeClr val="accent2"/>
                </a:solidFill>
                <a:effectLst/>
                <a:latin typeface="+mn-lt"/>
              </a:rPr>
              <a:t>.</a:t>
            </a:r>
            <a:endParaRPr lang="en-CA" sz="700" spc="0">
              <a:solidFill>
                <a:schemeClr val="accent2"/>
              </a:solidFill>
              <a:latin typeface="+mn-lt"/>
            </a:endParaRPr>
          </a:p>
        </p:txBody>
      </p:sp>
    </p:spTree>
    <p:extLst>
      <p:ext uri="{BB962C8B-B14F-4D97-AF65-F5344CB8AC3E}">
        <p14:creationId xmlns:p14="http://schemas.microsoft.com/office/powerpoint/2010/main" val="2789779782"/>
      </p:ext>
    </p:extLst>
  </p:cSld>
  <p:clrMapOvr>
    <a:masterClrMapping/>
  </p:clrMapOvr>
  <p:extLst>
    <p:ext uri="{DCECCB84-F9BA-43D5-87BE-67443E8EF086}">
      <p15:sldGuideLst xmlns:p15="http://schemas.microsoft.com/office/powerpoint/2012/main">
        <p15:guide id="1" orient="horz" pos="170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de présen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82850C-5A8E-4C8D-9C6D-4EDE00B9E9B1}"/>
              </a:ext>
            </a:extLst>
          </p:cNvPr>
          <p:cNvSpPr>
            <a:spLocks noGrp="1"/>
          </p:cNvSpPr>
          <p:nvPr>
            <p:ph type="title" hasCustomPrompt="1"/>
          </p:nvPr>
        </p:nvSpPr>
        <p:spPr>
          <a:xfrm>
            <a:off x="515939" y="1919576"/>
            <a:ext cx="11160124" cy="2062103"/>
          </a:xfrm>
        </p:spPr>
        <p:txBody>
          <a:bodyPr anchor="t">
            <a:spAutoFit/>
          </a:bodyPr>
          <a:lstStyle>
            <a:lvl1pPr algn="ctr">
              <a:defRPr sz="6400">
                <a:solidFill>
                  <a:schemeClr val="tx1"/>
                </a:solidFill>
                <a:latin typeface="Premier Tech Title" pitchFamily="2" charset="0"/>
                <a:ea typeface="Premier Tech Title" pitchFamily="2" charset="0"/>
              </a:defRPr>
            </a:lvl1pPr>
          </a:lstStyle>
          <a:p>
            <a:r>
              <a:rPr lang="fr-CA" noProof="0"/>
              <a:t>Titre de la </a:t>
            </a:r>
            <a:br>
              <a:rPr lang="fr-CA" noProof="0"/>
            </a:br>
            <a:r>
              <a:rPr lang="fr-CA" noProof="0"/>
              <a:t>présentation</a:t>
            </a:r>
          </a:p>
        </p:txBody>
      </p:sp>
      <p:sp>
        <p:nvSpPr>
          <p:cNvPr id="2" name="Rectangle 1">
            <a:extLst>
              <a:ext uri="{FF2B5EF4-FFF2-40B4-BE49-F238E27FC236}">
                <a16:creationId xmlns:a16="http://schemas.microsoft.com/office/drawing/2014/main" id="{03285EC9-99DC-9775-A6EB-D07E81DD079D}"/>
              </a:ext>
            </a:extLst>
          </p:cNvPr>
          <p:cNvSpPr/>
          <p:nvPr userDrawn="1"/>
        </p:nvSpPr>
        <p:spPr>
          <a:xfrm>
            <a:off x="9043599" y="6439624"/>
            <a:ext cx="3031012" cy="291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Rectangle 2">
            <a:extLst>
              <a:ext uri="{FF2B5EF4-FFF2-40B4-BE49-F238E27FC236}">
                <a16:creationId xmlns:a16="http://schemas.microsoft.com/office/drawing/2014/main" id="{4036C68E-C21A-CFE9-7A67-297A6AF621CE}"/>
              </a:ext>
            </a:extLst>
          </p:cNvPr>
          <p:cNvSpPr/>
          <p:nvPr userDrawn="1"/>
        </p:nvSpPr>
        <p:spPr>
          <a:xfrm>
            <a:off x="11187181"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5" name="Rectangle 4">
            <a:extLst>
              <a:ext uri="{FF2B5EF4-FFF2-40B4-BE49-F238E27FC236}">
                <a16:creationId xmlns:a16="http://schemas.microsoft.com/office/drawing/2014/main" id="{4D1E38BC-1AD5-FBE9-8F18-EDC1FB4053F7}"/>
              </a:ext>
            </a:extLst>
          </p:cNvPr>
          <p:cNvSpPr/>
          <p:nvPr userDrawn="1"/>
        </p:nvSpPr>
        <p:spPr>
          <a:xfrm>
            <a:off x="9271031" y="6550511"/>
            <a:ext cx="2016000" cy="180425"/>
          </a:xfrm>
          <a:prstGeom prst="rect">
            <a:avLst/>
          </a:prstGeom>
        </p:spPr>
        <p:txBody>
          <a:bodyPr wrap="square" lIns="36000" tIns="36000" rIns="36000" bIns="36000" anchor="ctr" anchorCtr="0">
            <a:spAutoFit/>
          </a:bodyPr>
          <a:lstStyle/>
          <a:p>
            <a:pPr algn="r">
              <a:defRPr/>
            </a:pPr>
            <a:r>
              <a:rPr lang="en-CA" sz="700" b="0" i="0">
                <a:solidFill>
                  <a:schemeClr val="accent2"/>
                </a:solidFill>
                <a:effectLst/>
                <a:latin typeface="+mn-lt"/>
              </a:rPr>
              <a:t>© Premier Tech </a:t>
            </a:r>
            <a:r>
              <a:rPr lang="en-CA" sz="700" b="0" i="0" err="1">
                <a:solidFill>
                  <a:schemeClr val="accent2"/>
                </a:solidFill>
                <a:effectLst/>
                <a:latin typeface="+mn-lt"/>
              </a:rPr>
              <a:t>ltée</a:t>
            </a:r>
            <a:r>
              <a:rPr lang="en-CA" sz="700" b="0" i="0">
                <a:solidFill>
                  <a:schemeClr val="accent2"/>
                </a:solidFill>
                <a:effectLst/>
                <a:latin typeface="+mn-lt"/>
              </a:rPr>
              <a:t>. Tous droits </a:t>
            </a:r>
            <a:r>
              <a:rPr lang="en-CA" sz="700" b="0" i="0" err="1">
                <a:solidFill>
                  <a:schemeClr val="accent2"/>
                </a:solidFill>
                <a:effectLst/>
                <a:latin typeface="+mn-lt"/>
              </a:rPr>
              <a:t>réservés</a:t>
            </a:r>
            <a:r>
              <a:rPr lang="en-CA" sz="700" b="0" i="0">
                <a:solidFill>
                  <a:schemeClr val="accent2"/>
                </a:solidFill>
                <a:effectLst/>
                <a:latin typeface="+mn-lt"/>
              </a:rPr>
              <a:t>.</a:t>
            </a:r>
            <a:endParaRPr lang="en-CA" sz="700" spc="0">
              <a:solidFill>
                <a:schemeClr val="accent2"/>
              </a:solidFill>
              <a:latin typeface="+mn-lt"/>
            </a:endParaRPr>
          </a:p>
        </p:txBody>
      </p:sp>
    </p:spTree>
    <p:extLst>
      <p:ext uri="{BB962C8B-B14F-4D97-AF65-F5344CB8AC3E}">
        <p14:creationId xmlns:p14="http://schemas.microsoft.com/office/powerpoint/2010/main" val="3703049099"/>
      </p:ext>
    </p:extLst>
  </p:cSld>
  <p:clrMapOvr>
    <a:masterClrMapping/>
  </p:clrMapOvr>
  <p:extLst>
    <p:ext uri="{DCECCB84-F9BA-43D5-87BE-67443E8EF086}">
      <p15:sldGuideLst xmlns:p15="http://schemas.microsoft.com/office/powerpoint/2012/main">
        <p15:guide id="1" orient="horz" pos="170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des matières">
    <p:spTree>
      <p:nvGrpSpPr>
        <p:cNvPr id="1" name=""/>
        <p:cNvGrpSpPr/>
        <p:nvPr/>
      </p:nvGrpSpPr>
      <p:grpSpPr>
        <a:xfrm>
          <a:off x="0" y="0"/>
          <a:ext cx="0" cy="0"/>
          <a:chOff x="0" y="0"/>
          <a:chExt cx="0" cy="0"/>
        </a:xfrm>
      </p:grpSpPr>
      <p:sp>
        <p:nvSpPr>
          <p:cNvPr id="23" name="Text Placeholder 5">
            <a:extLst>
              <a:ext uri="{FF2B5EF4-FFF2-40B4-BE49-F238E27FC236}">
                <a16:creationId xmlns:a16="http://schemas.microsoft.com/office/drawing/2014/main" id="{1FA90085-CDD4-151F-624F-57F8C0F82E0D}"/>
              </a:ext>
            </a:extLst>
          </p:cNvPr>
          <p:cNvSpPr>
            <a:spLocks noGrp="1"/>
          </p:cNvSpPr>
          <p:nvPr>
            <p:ph type="body" sz="quarter" idx="11" hasCustomPrompt="1"/>
          </p:nvPr>
        </p:nvSpPr>
        <p:spPr>
          <a:xfrm>
            <a:off x="4491372" y="1987722"/>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1</a:t>
            </a:r>
          </a:p>
        </p:txBody>
      </p:sp>
      <p:sp>
        <p:nvSpPr>
          <p:cNvPr id="24" name="Text Placeholder 5">
            <a:extLst>
              <a:ext uri="{FF2B5EF4-FFF2-40B4-BE49-F238E27FC236}">
                <a16:creationId xmlns:a16="http://schemas.microsoft.com/office/drawing/2014/main" id="{FC1151BE-002A-4278-AFAA-0C936C022DC2}"/>
              </a:ext>
            </a:extLst>
          </p:cNvPr>
          <p:cNvSpPr>
            <a:spLocks noGrp="1"/>
          </p:cNvSpPr>
          <p:nvPr>
            <p:ph type="body" sz="quarter" idx="15" hasCustomPrompt="1"/>
          </p:nvPr>
        </p:nvSpPr>
        <p:spPr>
          <a:xfrm>
            <a:off x="4491376" y="2503374"/>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2</a:t>
            </a:r>
          </a:p>
        </p:txBody>
      </p:sp>
      <p:sp>
        <p:nvSpPr>
          <p:cNvPr id="25" name="Text Placeholder 5">
            <a:extLst>
              <a:ext uri="{FF2B5EF4-FFF2-40B4-BE49-F238E27FC236}">
                <a16:creationId xmlns:a16="http://schemas.microsoft.com/office/drawing/2014/main" id="{4A9CFCBD-E91A-CC4F-2DB0-6DD4A1B68396}"/>
              </a:ext>
            </a:extLst>
          </p:cNvPr>
          <p:cNvSpPr>
            <a:spLocks noGrp="1"/>
          </p:cNvSpPr>
          <p:nvPr>
            <p:ph type="body" sz="quarter" idx="16" hasCustomPrompt="1"/>
          </p:nvPr>
        </p:nvSpPr>
        <p:spPr>
          <a:xfrm>
            <a:off x="4491374" y="3019026"/>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3</a:t>
            </a:r>
          </a:p>
        </p:txBody>
      </p:sp>
      <p:sp>
        <p:nvSpPr>
          <p:cNvPr id="26" name="Text Placeholder 5">
            <a:extLst>
              <a:ext uri="{FF2B5EF4-FFF2-40B4-BE49-F238E27FC236}">
                <a16:creationId xmlns:a16="http://schemas.microsoft.com/office/drawing/2014/main" id="{5E599C50-FBC8-F0BE-4AAA-126DB18CB649}"/>
              </a:ext>
            </a:extLst>
          </p:cNvPr>
          <p:cNvSpPr>
            <a:spLocks noGrp="1"/>
          </p:cNvSpPr>
          <p:nvPr>
            <p:ph type="body" sz="quarter" idx="17" hasCustomPrompt="1"/>
          </p:nvPr>
        </p:nvSpPr>
        <p:spPr>
          <a:xfrm>
            <a:off x="4491372" y="3534678"/>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4</a:t>
            </a:r>
          </a:p>
        </p:txBody>
      </p:sp>
      <p:sp>
        <p:nvSpPr>
          <p:cNvPr id="27" name="Text Placeholder 5">
            <a:extLst>
              <a:ext uri="{FF2B5EF4-FFF2-40B4-BE49-F238E27FC236}">
                <a16:creationId xmlns:a16="http://schemas.microsoft.com/office/drawing/2014/main" id="{EC302955-3470-94E2-F9F2-EAB45BC53348}"/>
              </a:ext>
            </a:extLst>
          </p:cNvPr>
          <p:cNvSpPr>
            <a:spLocks noGrp="1"/>
          </p:cNvSpPr>
          <p:nvPr>
            <p:ph type="body" sz="quarter" idx="18" hasCustomPrompt="1"/>
          </p:nvPr>
        </p:nvSpPr>
        <p:spPr>
          <a:xfrm>
            <a:off x="4491372" y="4050330"/>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5</a:t>
            </a:r>
          </a:p>
        </p:txBody>
      </p:sp>
      <p:sp>
        <p:nvSpPr>
          <p:cNvPr id="28" name="Text Placeholder 5">
            <a:extLst>
              <a:ext uri="{FF2B5EF4-FFF2-40B4-BE49-F238E27FC236}">
                <a16:creationId xmlns:a16="http://schemas.microsoft.com/office/drawing/2014/main" id="{6A6598F0-46B3-95AF-EF37-F54B1064F144}"/>
              </a:ext>
            </a:extLst>
          </p:cNvPr>
          <p:cNvSpPr>
            <a:spLocks noGrp="1"/>
          </p:cNvSpPr>
          <p:nvPr>
            <p:ph type="body" sz="quarter" idx="19" hasCustomPrompt="1"/>
          </p:nvPr>
        </p:nvSpPr>
        <p:spPr>
          <a:xfrm>
            <a:off x="5175372" y="1987722"/>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fr-CA"/>
              <a:t>T</a:t>
            </a:r>
            <a:r>
              <a:rPr lang="en-US" err="1"/>
              <a:t>itre</a:t>
            </a:r>
            <a:r>
              <a:rPr lang="en-US"/>
              <a:t> de section</a:t>
            </a:r>
          </a:p>
        </p:txBody>
      </p:sp>
      <p:sp>
        <p:nvSpPr>
          <p:cNvPr id="29" name="Text Placeholder 5">
            <a:extLst>
              <a:ext uri="{FF2B5EF4-FFF2-40B4-BE49-F238E27FC236}">
                <a16:creationId xmlns:a16="http://schemas.microsoft.com/office/drawing/2014/main" id="{539A90D9-309E-1308-DBA4-30C57506E573}"/>
              </a:ext>
            </a:extLst>
          </p:cNvPr>
          <p:cNvSpPr>
            <a:spLocks noGrp="1"/>
          </p:cNvSpPr>
          <p:nvPr>
            <p:ph type="body" sz="quarter" idx="20" hasCustomPrompt="1"/>
          </p:nvPr>
        </p:nvSpPr>
        <p:spPr>
          <a:xfrm>
            <a:off x="5175375" y="2503374"/>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0" name="Text Placeholder 5">
            <a:extLst>
              <a:ext uri="{FF2B5EF4-FFF2-40B4-BE49-F238E27FC236}">
                <a16:creationId xmlns:a16="http://schemas.microsoft.com/office/drawing/2014/main" id="{6E692805-2036-5EF4-6B32-582E89EBC85F}"/>
              </a:ext>
            </a:extLst>
          </p:cNvPr>
          <p:cNvSpPr>
            <a:spLocks noGrp="1"/>
          </p:cNvSpPr>
          <p:nvPr>
            <p:ph type="body" sz="quarter" idx="21" hasCustomPrompt="1"/>
          </p:nvPr>
        </p:nvSpPr>
        <p:spPr>
          <a:xfrm>
            <a:off x="5175374" y="3019026"/>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1" name="Text Placeholder 5">
            <a:extLst>
              <a:ext uri="{FF2B5EF4-FFF2-40B4-BE49-F238E27FC236}">
                <a16:creationId xmlns:a16="http://schemas.microsoft.com/office/drawing/2014/main" id="{1225F3D0-0C3C-270D-2319-31313265644D}"/>
              </a:ext>
            </a:extLst>
          </p:cNvPr>
          <p:cNvSpPr>
            <a:spLocks noGrp="1"/>
          </p:cNvSpPr>
          <p:nvPr>
            <p:ph type="body" sz="quarter" idx="22" hasCustomPrompt="1"/>
          </p:nvPr>
        </p:nvSpPr>
        <p:spPr>
          <a:xfrm>
            <a:off x="5175372" y="3534678"/>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2" name="Text Placeholder 5">
            <a:extLst>
              <a:ext uri="{FF2B5EF4-FFF2-40B4-BE49-F238E27FC236}">
                <a16:creationId xmlns:a16="http://schemas.microsoft.com/office/drawing/2014/main" id="{695B2D83-3A6B-9D1B-1179-ED2388677DD6}"/>
              </a:ext>
            </a:extLst>
          </p:cNvPr>
          <p:cNvSpPr>
            <a:spLocks noGrp="1"/>
          </p:cNvSpPr>
          <p:nvPr>
            <p:ph type="body" sz="quarter" idx="23" hasCustomPrompt="1"/>
          </p:nvPr>
        </p:nvSpPr>
        <p:spPr>
          <a:xfrm>
            <a:off x="5175372" y="4050330"/>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9" name="Titre 38">
            <a:extLst>
              <a:ext uri="{FF2B5EF4-FFF2-40B4-BE49-F238E27FC236}">
                <a16:creationId xmlns:a16="http://schemas.microsoft.com/office/drawing/2014/main" id="{8C22D9A5-79B5-86E8-8513-32A2B6C87292}"/>
              </a:ext>
            </a:extLst>
          </p:cNvPr>
          <p:cNvSpPr>
            <a:spLocks noGrp="1"/>
          </p:cNvSpPr>
          <p:nvPr>
            <p:ph type="title" hasCustomPrompt="1"/>
          </p:nvPr>
        </p:nvSpPr>
        <p:spPr>
          <a:xfrm>
            <a:off x="1201580" y="2605429"/>
            <a:ext cx="2484000" cy="1200329"/>
          </a:xfrm>
        </p:spPr>
        <p:txBody>
          <a:bodyPr wrap="square" anchor="t">
            <a:spAutoFit/>
          </a:bodyPr>
          <a:lstStyle>
            <a:lvl1pPr algn="ctr">
              <a:defRPr sz="3600">
                <a:latin typeface="Premier Tech Title" pitchFamily="2" charset="0"/>
                <a:ea typeface="Premier Tech Title" pitchFamily="2" charset="0"/>
              </a:defRPr>
            </a:lvl1pPr>
          </a:lstStyle>
          <a:p>
            <a:r>
              <a:rPr lang="fr-FR"/>
              <a:t>Table des matières</a:t>
            </a:r>
            <a:endParaRPr lang="en-CA"/>
          </a:p>
        </p:txBody>
      </p:sp>
      <p:sp>
        <p:nvSpPr>
          <p:cNvPr id="2" name="Espace réservé du numéro de diapositive 1">
            <a:extLst>
              <a:ext uri="{FF2B5EF4-FFF2-40B4-BE49-F238E27FC236}">
                <a16:creationId xmlns:a16="http://schemas.microsoft.com/office/drawing/2014/main" id="{27338B77-5C7A-C2F1-268F-D3759910CC44}"/>
              </a:ext>
            </a:extLst>
          </p:cNvPr>
          <p:cNvSpPr>
            <a:spLocks noGrp="1"/>
          </p:cNvSpPr>
          <p:nvPr>
            <p:ph type="sldNum" sz="quarter" idx="24"/>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533227616"/>
      </p:ext>
    </p:extLst>
  </p:cSld>
  <p:clrMapOvr>
    <a:masterClrMapping/>
  </p:clrMapOvr>
  <p:extLst>
    <p:ext uri="{DCECCB84-F9BA-43D5-87BE-67443E8EF086}">
      <p15:sldGuideLst xmlns:p15="http://schemas.microsoft.com/office/powerpoint/2012/main">
        <p15:guide id="1" pos="325">
          <p15:clr>
            <a:srgbClr val="FBAE40"/>
          </p15:clr>
        </p15:guide>
        <p15:guide id="2" pos="735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de section avec chiffre">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1988B7F-BF45-E6C2-DAA1-7C648982D40C}"/>
              </a:ext>
            </a:extLst>
          </p:cNvPr>
          <p:cNvSpPr>
            <a:spLocks noGrp="1"/>
          </p:cNvSpPr>
          <p:nvPr>
            <p:ph type="body" sz="quarter" idx="10" hasCustomPrompt="1"/>
          </p:nvPr>
        </p:nvSpPr>
        <p:spPr>
          <a:xfrm>
            <a:off x="1458873" y="2682639"/>
            <a:ext cx="1258989" cy="1015663"/>
          </a:xfrm>
        </p:spPr>
        <p:txBody>
          <a:bodyPr wrap="square" anchor="t">
            <a:spAutoFit/>
          </a:bodyPr>
          <a:lstStyle>
            <a:lvl1pPr marL="0" indent="0" algn="r">
              <a:buNone/>
              <a:defRPr sz="6000">
                <a:solidFill>
                  <a:schemeClr val="accent1"/>
                </a:solidFill>
                <a:latin typeface="+mj-lt"/>
              </a:defRPr>
            </a:lvl1pPr>
          </a:lstStyle>
          <a:p>
            <a:pPr lvl="0"/>
            <a:r>
              <a:rPr lang="fr-FR"/>
              <a:t>10</a:t>
            </a:r>
            <a:endParaRPr lang="en-CA"/>
          </a:p>
        </p:txBody>
      </p:sp>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2458771" y="2690633"/>
            <a:ext cx="7274459" cy="1015663"/>
          </a:xfrm>
          <a:noFill/>
        </p:spPr>
        <p:txBody>
          <a:bodyPr wrap="square" anchor="t">
            <a:spAutoFit/>
          </a:bodyPr>
          <a:lstStyle>
            <a:lvl1pPr algn="ctr">
              <a:defRPr sz="6000">
                <a:solidFill>
                  <a:schemeClr val="tx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0B5DD5FA-7F4D-4EAF-1BE0-ED55FE87447D}"/>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4128437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de section ble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803275" y="2691120"/>
            <a:ext cx="10585450" cy="1015663"/>
          </a:xfrm>
        </p:spPr>
        <p:txBody>
          <a:bodyPr anchor="t">
            <a:spAutoFit/>
          </a:bodyPr>
          <a:lstStyle>
            <a:lvl1pPr algn="ctr">
              <a:defRPr sz="6000">
                <a:solidFill>
                  <a:schemeClr val="accent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2110017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de section blan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803275" y="2691120"/>
            <a:ext cx="10585450" cy="1015663"/>
          </a:xfrm>
        </p:spPr>
        <p:txBody>
          <a:bodyPr anchor="t">
            <a:spAutoFit/>
          </a:bodyPr>
          <a:lstStyle>
            <a:lvl1pPr algn="ctr">
              <a:defRPr sz="6000">
                <a:solidFill>
                  <a:schemeClr val="tx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1090603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urt énoncé">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5D99783-27DF-9645-4903-FD857CE0A573}"/>
              </a:ext>
            </a:extLst>
          </p:cNvPr>
          <p:cNvSpPr>
            <a:spLocks noGrp="1"/>
          </p:cNvSpPr>
          <p:nvPr>
            <p:ph type="body" sz="quarter" idx="10" hasCustomPrompt="1"/>
          </p:nvPr>
        </p:nvSpPr>
        <p:spPr>
          <a:xfrm>
            <a:off x="515938" y="2099362"/>
            <a:ext cx="11160125" cy="1569660"/>
          </a:xfrm>
        </p:spPr>
        <p:txBody>
          <a:bodyPr anchor="t">
            <a:spAutoFit/>
          </a:bodyPr>
          <a:lstStyle>
            <a:lvl1pPr marL="0" indent="0" algn="ctr">
              <a:lnSpc>
                <a:spcPct val="100000"/>
              </a:lnSpc>
              <a:buNone/>
              <a:defRPr sz="4800">
                <a:latin typeface="Premier Tech Title" pitchFamily="2" charset="0"/>
                <a:ea typeface="Premier Tech Title" pitchFamily="2" charset="0"/>
              </a:defRPr>
            </a:lvl1pPr>
          </a:lstStyle>
          <a:p>
            <a:pPr lvl="0"/>
            <a:r>
              <a:rPr lang="fr-FR"/>
              <a:t>Court énoncé </a:t>
            </a:r>
            <a:br>
              <a:rPr lang="fr-FR"/>
            </a:br>
            <a:endParaRPr lang="fr-FR"/>
          </a:p>
        </p:txBody>
      </p:sp>
      <p:sp>
        <p:nvSpPr>
          <p:cNvPr id="2" name="Espace réservé du numéro de diapositive 1">
            <a:extLst>
              <a:ext uri="{FF2B5EF4-FFF2-40B4-BE49-F238E27FC236}">
                <a16:creationId xmlns:a16="http://schemas.microsoft.com/office/drawing/2014/main" id="{198B7C66-7117-D4E2-5533-FBC9A3107FAF}"/>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78001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ots-clés &amp; Mots complémentai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85F0-75FC-48D0-8E93-5F34179D1ECD}"/>
              </a:ext>
            </a:extLst>
          </p:cNvPr>
          <p:cNvSpPr>
            <a:spLocks noGrp="1"/>
          </p:cNvSpPr>
          <p:nvPr>
            <p:ph type="ctrTitle" hasCustomPrompt="1"/>
          </p:nvPr>
        </p:nvSpPr>
        <p:spPr>
          <a:xfrm>
            <a:off x="515938" y="2034798"/>
            <a:ext cx="11160125" cy="923330"/>
          </a:xfrm>
        </p:spPr>
        <p:txBody>
          <a:bodyPr wrap="square" anchor="t" anchorCtr="0">
            <a:spAutoFit/>
          </a:bodyPr>
          <a:lstStyle>
            <a:lvl1pPr algn="ctr">
              <a:defRPr sz="5400"/>
            </a:lvl1pPr>
          </a:lstStyle>
          <a:p>
            <a:r>
              <a:rPr lang="fr-CA" noProof="0"/>
              <a:t>Mots-clés</a:t>
            </a:r>
          </a:p>
        </p:txBody>
      </p:sp>
      <p:sp>
        <p:nvSpPr>
          <p:cNvPr id="6" name="Text Placeholder 5">
            <a:extLst>
              <a:ext uri="{FF2B5EF4-FFF2-40B4-BE49-F238E27FC236}">
                <a16:creationId xmlns:a16="http://schemas.microsoft.com/office/drawing/2014/main" id="{E35F54AF-AFD3-40A0-8DB5-3E8E6F37858E}"/>
              </a:ext>
            </a:extLst>
          </p:cNvPr>
          <p:cNvSpPr>
            <a:spLocks noGrp="1"/>
          </p:cNvSpPr>
          <p:nvPr>
            <p:ph type="body" sz="quarter" idx="10" hasCustomPrompt="1"/>
          </p:nvPr>
        </p:nvSpPr>
        <p:spPr>
          <a:xfrm>
            <a:off x="515938" y="2912970"/>
            <a:ext cx="11160125" cy="707886"/>
          </a:xfrm>
        </p:spPr>
        <p:txBody>
          <a:bodyPr wrap="square" anchor="t" anchorCtr="0">
            <a:spAutoFit/>
          </a:bodyPr>
          <a:lstStyle>
            <a:lvl1pPr marL="0" indent="0" algn="ctr">
              <a:buNone/>
              <a:defRPr sz="4000" b="0">
                <a:solidFill>
                  <a:schemeClr val="tx1"/>
                </a:solidFill>
                <a:latin typeface="Premier Tech Title" pitchFamily="2" charset="0"/>
                <a:ea typeface="Premier Tech Title" pitchFamily="2" charset="0"/>
              </a:defRPr>
            </a:lvl1pPr>
            <a:lvl2pPr marL="457200" indent="0">
              <a:buNone/>
              <a:defRPr b="1">
                <a:solidFill>
                  <a:schemeClr val="tx1"/>
                </a:solidFill>
              </a:defRPr>
            </a:lvl2pPr>
            <a:lvl3pPr>
              <a:defRPr b="1">
                <a:solidFill>
                  <a:schemeClr val="tx1"/>
                </a:solidFill>
              </a:defRPr>
            </a:lvl3pPr>
            <a:lvl4pPr>
              <a:defRPr b="1">
                <a:solidFill>
                  <a:schemeClr val="tx1"/>
                </a:solidFill>
              </a:defRPr>
            </a:lvl4pPr>
            <a:lvl5pPr>
              <a:defRPr b="1">
                <a:solidFill>
                  <a:schemeClr val="tx1"/>
                </a:solidFill>
              </a:defRPr>
            </a:lvl5pPr>
          </a:lstStyle>
          <a:p>
            <a:pPr lvl="0"/>
            <a:r>
              <a:rPr lang="fr-CA" noProof="0"/>
              <a:t>Mots complémentaires</a:t>
            </a:r>
          </a:p>
        </p:txBody>
      </p:sp>
      <p:sp>
        <p:nvSpPr>
          <p:cNvPr id="3" name="Espace réservé du numéro de diapositive 2">
            <a:extLst>
              <a:ext uri="{FF2B5EF4-FFF2-40B4-BE49-F238E27FC236}">
                <a16:creationId xmlns:a16="http://schemas.microsoft.com/office/drawing/2014/main" id="{D5195336-31B8-74CE-B539-E3E2A4EE9988}"/>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82357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ots-clés &amp; Court énoncé avec 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8E41DE-1602-099E-8268-CABB4819A86C}"/>
              </a:ext>
            </a:extLst>
          </p:cNvPr>
          <p:cNvSpPr>
            <a:spLocks noGrp="1"/>
          </p:cNvSpPr>
          <p:nvPr>
            <p:ph type="title" hasCustomPrompt="1"/>
          </p:nvPr>
        </p:nvSpPr>
        <p:spPr>
          <a:xfrm>
            <a:off x="515939" y="2132616"/>
            <a:ext cx="11160124" cy="769441"/>
          </a:xfrm>
        </p:spPr>
        <p:txBody>
          <a:bodyPr>
            <a:spAutoFit/>
          </a:bodyPr>
          <a:lstStyle>
            <a:lvl1pPr algn="ctr">
              <a:defRPr/>
            </a:lvl1pPr>
          </a:lstStyle>
          <a:p>
            <a:r>
              <a:rPr lang="fr-FR"/>
              <a:t>Mots-clés</a:t>
            </a:r>
            <a:endParaRPr lang="en-CA"/>
          </a:p>
        </p:txBody>
      </p:sp>
      <p:sp>
        <p:nvSpPr>
          <p:cNvPr id="4" name="Espace réservé du texte 3">
            <a:extLst>
              <a:ext uri="{FF2B5EF4-FFF2-40B4-BE49-F238E27FC236}">
                <a16:creationId xmlns:a16="http://schemas.microsoft.com/office/drawing/2014/main" id="{474A5E8A-D92D-913E-B428-C1EDB04671D1}"/>
              </a:ext>
            </a:extLst>
          </p:cNvPr>
          <p:cNvSpPr>
            <a:spLocks noGrp="1"/>
          </p:cNvSpPr>
          <p:nvPr>
            <p:ph type="body" sz="quarter" idx="10" hasCustomPrompt="1"/>
          </p:nvPr>
        </p:nvSpPr>
        <p:spPr>
          <a:xfrm>
            <a:off x="515939" y="2960591"/>
            <a:ext cx="11160124" cy="984885"/>
          </a:xfrm>
        </p:spPr>
        <p:txBody>
          <a:bodyPr>
            <a:spAutoFit/>
          </a:bodyPr>
          <a:lstStyle>
            <a:lvl1pPr marL="0" indent="0" algn="ctr">
              <a:buNone/>
              <a:defRPr/>
            </a:lvl1pPr>
          </a:lstStyle>
          <a:p>
            <a:pPr lvl="0"/>
            <a:r>
              <a:rPr lang="fr-FR"/>
              <a:t>Court énoncé</a:t>
            </a:r>
          </a:p>
          <a:p>
            <a:pPr lvl="0"/>
            <a:r>
              <a:rPr lang="fr-FR"/>
              <a:t> </a:t>
            </a:r>
            <a:endParaRPr lang="en-CA"/>
          </a:p>
        </p:txBody>
      </p:sp>
      <p:sp>
        <p:nvSpPr>
          <p:cNvPr id="3" name="Espace réservé du numéro de diapositive 2">
            <a:extLst>
              <a:ext uri="{FF2B5EF4-FFF2-40B4-BE49-F238E27FC236}">
                <a16:creationId xmlns:a16="http://schemas.microsoft.com/office/drawing/2014/main" id="{F47C91B2-C6B0-06F0-BF23-F8426F450A38}"/>
              </a:ext>
            </a:extLst>
          </p:cNvPr>
          <p:cNvSpPr>
            <a:spLocks noGrp="1"/>
          </p:cNvSpPr>
          <p:nvPr>
            <p:ph type="sldNum" sz="quarter" idx="11"/>
          </p:nvPr>
        </p:nvSpPr>
        <p:spPr/>
        <p:txBody>
          <a:bodyPr/>
          <a:lstStyle/>
          <a:p>
            <a:fld id="{F92A825C-7D5F-481B-AA5B-BCFEF2C47763}" type="slidenum">
              <a:rPr lang="en-CA" smtClean="0"/>
              <a:pPr/>
              <a:t>‹N°›</a:t>
            </a:fld>
            <a:endParaRPr lang="en-CA"/>
          </a:p>
        </p:txBody>
      </p:sp>
      <p:sp>
        <p:nvSpPr>
          <p:cNvPr id="5" name="Espace réservé du texte 8">
            <a:extLst>
              <a:ext uri="{FF2B5EF4-FFF2-40B4-BE49-F238E27FC236}">
                <a16:creationId xmlns:a16="http://schemas.microsoft.com/office/drawing/2014/main" id="{1DDE0E4A-705D-3274-1648-2FBCCF23863D}"/>
              </a:ext>
            </a:extLst>
          </p:cNvPr>
          <p:cNvSpPr>
            <a:spLocks noGrp="1"/>
          </p:cNvSpPr>
          <p:nvPr>
            <p:ph type="body" sz="quarter" idx="14" hasCustomPrompt="1"/>
          </p:nvPr>
        </p:nvSpPr>
        <p:spPr>
          <a:xfrm>
            <a:off x="515608" y="1621971"/>
            <a:ext cx="11160124" cy="369332"/>
          </a:xfrm>
        </p:spPr>
        <p:txBody>
          <a:bodyPr>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Tree>
    <p:extLst>
      <p:ext uri="{BB962C8B-B14F-4D97-AF65-F5344CB8AC3E}">
        <p14:creationId xmlns:p14="http://schemas.microsoft.com/office/powerpoint/2010/main" val="3888026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urt énoncé avec titre de section">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5D99783-27DF-9645-4903-FD857CE0A573}"/>
              </a:ext>
            </a:extLst>
          </p:cNvPr>
          <p:cNvSpPr>
            <a:spLocks noGrp="1"/>
          </p:cNvSpPr>
          <p:nvPr>
            <p:ph type="body" sz="quarter" idx="10" hasCustomPrompt="1"/>
          </p:nvPr>
        </p:nvSpPr>
        <p:spPr>
          <a:xfrm>
            <a:off x="515938" y="2099362"/>
            <a:ext cx="11160125" cy="1569660"/>
          </a:xfrm>
        </p:spPr>
        <p:txBody>
          <a:bodyPr anchor="t">
            <a:spAutoFit/>
          </a:bodyPr>
          <a:lstStyle>
            <a:lvl1pPr marL="0" indent="0" algn="ctr">
              <a:lnSpc>
                <a:spcPct val="100000"/>
              </a:lnSpc>
              <a:buNone/>
              <a:defRPr sz="4800">
                <a:latin typeface="Premier Tech Title" pitchFamily="2" charset="0"/>
                <a:ea typeface="Premier Tech Title" pitchFamily="2" charset="0"/>
              </a:defRPr>
            </a:lvl1pPr>
          </a:lstStyle>
          <a:p>
            <a:pPr lvl="0"/>
            <a:r>
              <a:rPr lang="fr-FR"/>
              <a:t>Court énoncé </a:t>
            </a:r>
            <a:br>
              <a:rPr lang="fr-FR"/>
            </a:br>
            <a:r>
              <a:rPr lang="fr-FR"/>
              <a:t>avec emphase sur mot</a:t>
            </a:r>
          </a:p>
        </p:txBody>
      </p:sp>
      <p:sp>
        <p:nvSpPr>
          <p:cNvPr id="2" name="Espace réservé du numéro de diapositive 1">
            <a:extLst>
              <a:ext uri="{FF2B5EF4-FFF2-40B4-BE49-F238E27FC236}">
                <a16:creationId xmlns:a16="http://schemas.microsoft.com/office/drawing/2014/main" id="{198B7C66-7117-D4E2-5533-FBC9A3107FAF}"/>
              </a:ext>
            </a:extLst>
          </p:cNvPr>
          <p:cNvSpPr>
            <a:spLocks noGrp="1"/>
          </p:cNvSpPr>
          <p:nvPr>
            <p:ph type="sldNum" sz="quarter" idx="11"/>
          </p:nvPr>
        </p:nvSpPr>
        <p:spPr/>
        <p:txBody>
          <a:bodyPr/>
          <a:lstStyle/>
          <a:p>
            <a:fld id="{F92A825C-7D5F-481B-AA5B-BCFEF2C47763}" type="slidenum">
              <a:rPr lang="en-CA" smtClean="0"/>
              <a:pPr/>
              <a:t>‹N°›</a:t>
            </a:fld>
            <a:endParaRPr lang="en-CA"/>
          </a:p>
        </p:txBody>
      </p:sp>
      <p:sp>
        <p:nvSpPr>
          <p:cNvPr id="3" name="Espace réservé du texte 8">
            <a:extLst>
              <a:ext uri="{FF2B5EF4-FFF2-40B4-BE49-F238E27FC236}">
                <a16:creationId xmlns:a16="http://schemas.microsoft.com/office/drawing/2014/main" id="{0F7A2593-A147-1D3F-A0EF-41287FD0B127}"/>
              </a:ext>
            </a:extLst>
          </p:cNvPr>
          <p:cNvSpPr>
            <a:spLocks noGrp="1"/>
          </p:cNvSpPr>
          <p:nvPr>
            <p:ph type="body" sz="quarter" idx="14" hasCustomPrompt="1"/>
          </p:nvPr>
        </p:nvSpPr>
        <p:spPr>
          <a:xfrm>
            <a:off x="515608" y="1588717"/>
            <a:ext cx="11160124" cy="369332"/>
          </a:xfrm>
        </p:spPr>
        <p:txBody>
          <a:bodyPr>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Tree>
    <p:extLst>
      <p:ext uri="{BB962C8B-B14F-4D97-AF65-F5344CB8AC3E}">
        <p14:creationId xmlns:p14="http://schemas.microsoft.com/office/powerpoint/2010/main" val="4661538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ots-clés &amp; Court énoncé">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8E41DE-1602-099E-8268-CABB4819A86C}"/>
              </a:ext>
            </a:extLst>
          </p:cNvPr>
          <p:cNvSpPr>
            <a:spLocks noGrp="1"/>
          </p:cNvSpPr>
          <p:nvPr>
            <p:ph type="title" hasCustomPrompt="1"/>
          </p:nvPr>
        </p:nvSpPr>
        <p:spPr>
          <a:xfrm>
            <a:off x="515939" y="2132616"/>
            <a:ext cx="11160124" cy="769441"/>
          </a:xfrm>
        </p:spPr>
        <p:txBody>
          <a:bodyPr>
            <a:spAutoFit/>
          </a:bodyPr>
          <a:lstStyle>
            <a:lvl1pPr algn="ctr">
              <a:defRPr/>
            </a:lvl1pPr>
          </a:lstStyle>
          <a:p>
            <a:r>
              <a:rPr lang="fr-FR"/>
              <a:t>Mots-clés</a:t>
            </a:r>
            <a:endParaRPr lang="en-CA"/>
          </a:p>
        </p:txBody>
      </p:sp>
      <p:sp>
        <p:nvSpPr>
          <p:cNvPr id="4" name="Espace réservé du texte 3">
            <a:extLst>
              <a:ext uri="{FF2B5EF4-FFF2-40B4-BE49-F238E27FC236}">
                <a16:creationId xmlns:a16="http://schemas.microsoft.com/office/drawing/2014/main" id="{474A5E8A-D92D-913E-B428-C1EDB04671D1}"/>
              </a:ext>
            </a:extLst>
          </p:cNvPr>
          <p:cNvSpPr>
            <a:spLocks noGrp="1"/>
          </p:cNvSpPr>
          <p:nvPr>
            <p:ph type="body" sz="quarter" idx="10" hasCustomPrompt="1"/>
          </p:nvPr>
        </p:nvSpPr>
        <p:spPr>
          <a:xfrm>
            <a:off x="515939" y="2960591"/>
            <a:ext cx="11160124" cy="984885"/>
          </a:xfrm>
        </p:spPr>
        <p:txBody>
          <a:bodyPr>
            <a:spAutoFit/>
          </a:bodyPr>
          <a:lstStyle>
            <a:lvl1pPr marL="0" indent="0" algn="ctr">
              <a:buNone/>
              <a:defRPr/>
            </a:lvl1pPr>
          </a:lstStyle>
          <a:p>
            <a:pPr lvl="0"/>
            <a:r>
              <a:rPr lang="fr-FR"/>
              <a:t>Court énoncé</a:t>
            </a:r>
          </a:p>
          <a:p>
            <a:pPr lvl="0"/>
            <a:r>
              <a:rPr lang="fr-FR"/>
              <a:t> </a:t>
            </a:r>
            <a:endParaRPr lang="en-CA"/>
          </a:p>
        </p:txBody>
      </p:sp>
      <p:sp>
        <p:nvSpPr>
          <p:cNvPr id="3" name="Espace réservé du numéro de diapositive 2">
            <a:extLst>
              <a:ext uri="{FF2B5EF4-FFF2-40B4-BE49-F238E27FC236}">
                <a16:creationId xmlns:a16="http://schemas.microsoft.com/office/drawing/2014/main" id="{F47C91B2-C6B0-06F0-BF23-F8426F450A38}"/>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582928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statistiques avec ligne grise">
    <p:spTree>
      <p:nvGrpSpPr>
        <p:cNvPr id="1" name=""/>
        <p:cNvGrpSpPr/>
        <p:nvPr/>
      </p:nvGrpSpPr>
      <p:grpSpPr>
        <a:xfrm>
          <a:off x="0" y="0"/>
          <a:ext cx="0" cy="0"/>
          <a:chOff x="0" y="0"/>
          <a:chExt cx="0" cy="0"/>
        </a:xfrm>
      </p:grpSpPr>
      <p:sp>
        <p:nvSpPr>
          <p:cNvPr id="5" name="Espace réservé du texte 6">
            <a:extLst>
              <a:ext uri="{FF2B5EF4-FFF2-40B4-BE49-F238E27FC236}">
                <a16:creationId xmlns:a16="http://schemas.microsoft.com/office/drawing/2014/main" id="{506490FB-1079-9D4F-CEA2-E04A93006D04}"/>
              </a:ext>
            </a:extLst>
          </p:cNvPr>
          <p:cNvSpPr>
            <a:spLocks noGrp="1"/>
          </p:cNvSpPr>
          <p:nvPr>
            <p:ph type="body" sz="quarter" idx="10" hasCustomPrompt="1"/>
          </p:nvPr>
        </p:nvSpPr>
        <p:spPr>
          <a:xfrm>
            <a:off x="515937" y="2435020"/>
            <a:ext cx="5415939"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sp>
        <p:nvSpPr>
          <p:cNvPr id="7" name="Espace réservé du texte 6">
            <a:extLst>
              <a:ext uri="{FF2B5EF4-FFF2-40B4-BE49-F238E27FC236}">
                <a16:creationId xmlns:a16="http://schemas.microsoft.com/office/drawing/2014/main" id="{5DC2F9BD-ACAE-8F81-D094-74DC711FBF77}"/>
              </a:ext>
            </a:extLst>
          </p:cNvPr>
          <p:cNvSpPr>
            <a:spLocks noGrp="1"/>
          </p:cNvSpPr>
          <p:nvPr>
            <p:ph type="body" sz="quarter" idx="12" hasCustomPrompt="1"/>
          </p:nvPr>
        </p:nvSpPr>
        <p:spPr>
          <a:xfrm>
            <a:off x="6260125" y="2435020"/>
            <a:ext cx="5415937"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cxnSp>
        <p:nvCxnSpPr>
          <p:cNvPr id="8" name="Straight Connector 3">
            <a:extLst>
              <a:ext uri="{FF2B5EF4-FFF2-40B4-BE49-F238E27FC236}">
                <a16:creationId xmlns:a16="http://schemas.microsoft.com/office/drawing/2014/main" id="{E06436D7-26CF-8078-AF43-ADDDF5DC6E1C}"/>
              </a:ext>
            </a:extLst>
          </p:cNvPr>
          <p:cNvCxnSpPr>
            <a:cxnSpLocks/>
          </p:cNvCxnSpPr>
          <p:nvPr userDrawn="1"/>
        </p:nvCxnSpPr>
        <p:spPr>
          <a:xfrm>
            <a:off x="6096000" y="2435020"/>
            <a:ext cx="0" cy="1343666"/>
          </a:xfrm>
          <a:prstGeom prst="line">
            <a:avLst/>
          </a:prstGeom>
          <a:ln w="15875">
            <a:solidFill>
              <a:schemeClr val="tx1">
                <a:alpha val="40000"/>
              </a:schemeClr>
            </a:solidFill>
          </a:ln>
        </p:spPr>
        <p:style>
          <a:lnRef idx="1">
            <a:schemeClr val="accent1"/>
          </a:lnRef>
          <a:fillRef idx="0">
            <a:schemeClr val="accent1"/>
          </a:fillRef>
          <a:effectRef idx="0">
            <a:schemeClr val="accent1"/>
          </a:effectRef>
          <a:fontRef idx="minor">
            <a:schemeClr val="tx1"/>
          </a:fontRef>
        </p:style>
      </p:cxnSp>
      <p:sp>
        <p:nvSpPr>
          <p:cNvPr id="12" name="Espace réservé du texte 6">
            <a:extLst>
              <a:ext uri="{FF2B5EF4-FFF2-40B4-BE49-F238E27FC236}">
                <a16:creationId xmlns:a16="http://schemas.microsoft.com/office/drawing/2014/main" id="{306C4AB9-B692-3C54-E4A9-DF78E1984192}"/>
              </a:ext>
            </a:extLst>
          </p:cNvPr>
          <p:cNvSpPr>
            <a:spLocks noGrp="1"/>
          </p:cNvSpPr>
          <p:nvPr>
            <p:ph type="body" sz="quarter" idx="13" hasCustomPrompt="1"/>
          </p:nvPr>
        </p:nvSpPr>
        <p:spPr>
          <a:xfrm>
            <a:off x="515937" y="2823424"/>
            <a:ext cx="5415939" cy="1107996"/>
          </a:xfrm>
        </p:spPr>
        <p:txBody>
          <a:bodyPr>
            <a:spAutoFit/>
          </a:bodyPr>
          <a:lstStyle>
            <a:lvl1pPr marL="0" indent="0" algn="ctr">
              <a:buNone/>
              <a:defRPr sz="6600" b="1">
                <a:latin typeface="+mj-lt"/>
              </a:defRPr>
            </a:lvl1pPr>
          </a:lstStyle>
          <a:p>
            <a:pPr lvl="0"/>
            <a:r>
              <a:rPr lang="fr-CA"/>
              <a:t>Stat</a:t>
            </a:r>
            <a:endParaRPr lang="en-CA"/>
          </a:p>
        </p:txBody>
      </p:sp>
      <p:sp>
        <p:nvSpPr>
          <p:cNvPr id="14" name="Espace réservé du texte 6">
            <a:extLst>
              <a:ext uri="{FF2B5EF4-FFF2-40B4-BE49-F238E27FC236}">
                <a16:creationId xmlns:a16="http://schemas.microsoft.com/office/drawing/2014/main" id="{2A94A45E-352D-265D-4512-3B01413F079E}"/>
              </a:ext>
            </a:extLst>
          </p:cNvPr>
          <p:cNvSpPr>
            <a:spLocks noGrp="1"/>
          </p:cNvSpPr>
          <p:nvPr>
            <p:ph type="body" sz="quarter" idx="15" hasCustomPrompt="1"/>
          </p:nvPr>
        </p:nvSpPr>
        <p:spPr>
          <a:xfrm>
            <a:off x="6260125" y="2823424"/>
            <a:ext cx="5415937" cy="1107996"/>
          </a:xfrm>
        </p:spPr>
        <p:txBody>
          <a:bodyPr>
            <a:spAutoFit/>
          </a:bodyPr>
          <a:lstStyle>
            <a:lvl1pPr marL="0" indent="0" algn="ctr">
              <a:buNone/>
              <a:defRPr sz="6600" b="1">
                <a:latin typeface="+mj-lt"/>
              </a:defRPr>
            </a:lvl1pPr>
          </a:lstStyle>
          <a:p>
            <a:pPr lvl="0"/>
            <a:r>
              <a:rPr lang="fr-CA"/>
              <a:t>Stat</a:t>
            </a:r>
            <a:endParaRPr lang="en-CA"/>
          </a:p>
        </p:txBody>
      </p:sp>
      <p:sp>
        <p:nvSpPr>
          <p:cNvPr id="2" name="Espace réservé du numéro de diapositive 1">
            <a:extLst>
              <a:ext uri="{FF2B5EF4-FFF2-40B4-BE49-F238E27FC236}">
                <a16:creationId xmlns:a16="http://schemas.microsoft.com/office/drawing/2014/main" id="{D82D3D0F-1588-FE96-C61E-6F987C95AAED}"/>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3997972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statistiques avec ligne bleue">
    <p:spTree>
      <p:nvGrpSpPr>
        <p:cNvPr id="1" name=""/>
        <p:cNvGrpSpPr/>
        <p:nvPr/>
      </p:nvGrpSpPr>
      <p:grpSpPr>
        <a:xfrm>
          <a:off x="0" y="0"/>
          <a:ext cx="0" cy="0"/>
          <a:chOff x="0" y="0"/>
          <a:chExt cx="0" cy="0"/>
        </a:xfrm>
      </p:grpSpPr>
      <p:sp>
        <p:nvSpPr>
          <p:cNvPr id="5" name="Espace réservé du texte 6">
            <a:extLst>
              <a:ext uri="{FF2B5EF4-FFF2-40B4-BE49-F238E27FC236}">
                <a16:creationId xmlns:a16="http://schemas.microsoft.com/office/drawing/2014/main" id="{506490FB-1079-9D4F-CEA2-E04A93006D04}"/>
              </a:ext>
            </a:extLst>
          </p:cNvPr>
          <p:cNvSpPr>
            <a:spLocks noGrp="1"/>
          </p:cNvSpPr>
          <p:nvPr>
            <p:ph type="body" sz="quarter" idx="10" hasCustomPrompt="1"/>
          </p:nvPr>
        </p:nvSpPr>
        <p:spPr>
          <a:xfrm>
            <a:off x="515937" y="2435020"/>
            <a:ext cx="5415939"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sp>
        <p:nvSpPr>
          <p:cNvPr id="7" name="Espace réservé du texte 6">
            <a:extLst>
              <a:ext uri="{FF2B5EF4-FFF2-40B4-BE49-F238E27FC236}">
                <a16:creationId xmlns:a16="http://schemas.microsoft.com/office/drawing/2014/main" id="{5DC2F9BD-ACAE-8F81-D094-74DC711FBF77}"/>
              </a:ext>
            </a:extLst>
          </p:cNvPr>
          <p:cNvSpPr>
            <a:spLocks noGrp="1"/>
          </p:cNvSpPr>
          <p:nvPr>
            <p:ph type="body" sz="quarter" idx="12" hasCustomPrompt="1"/>
          </p:nvPr>
        </p:nvSpPr>
        <p:spPr>
          <a:xfrm>
            <a:off x="6260125" y="2435020"/>
            <a:ext cx="5415937"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cxnSp>
        <p:nvCxnSpPr>
          <p:cNvPr id="8" name="Straight Connector 3">
            <a:extLst>
              <a:ext uri="{FF2B5EF4-FFF2-40B4-BE49-F238E27FC236}">
                <a16:creationId xmlns:a16="http://schemas.microsoft.com/office/drawing/2014/main" id="{E06436D7-26CF-8078-AF43-ADDDF5DC6E1C}"/>
              </a:ext>
            </a:extLst>
          </p:cNvPr>
          <p:cNvCxnSpPr>
            <a:cxnSpLocks/>
          </p:cNvCxnSpPr>
          <p:nvPr userDrawn="1"/>
        </p:nvCxnSpPr>
        <p:spPr>
          <a:xfrm>
            <a:off x="6096000" y="2435020"/>
            <a:ext cx="0" cy="1343666"/>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Espace réservé du texte 6">
            <a:extLst>
              <a:ext uri="{FF2B5EF4-FFF2-40B4-BE49-F238E27FC236}">
                <a16:creationId xmlns:a16="http://schemas.microsoft.com/office/drawing/2014/main" id="{306C4AB9-B692-3C54-E4A9-DF78E1984192}"/>
              </a:ext>
            </a:extLst>
          </p:cNvPr>
          <p:cNvSpPr>
            <a:spLocks noGrp="1"/>
          </p:cNvSpPr>
          <p:nvPr>
            <p:ph type="body" sz="quarter" idx="13" hasCustomPrompt="1"/>
          </p:nvPr>
        </p:nvSpPr>
        <p:spPr>
          <a:xfrm>
            <a:off x="515937" y="2823424"/>
            <a:ext cx="5415939" cy="1107996"/>
          </a:xfrm>
        </p:spPr>
        <p:txBody>
          <a:bodyPr>
            <a:spAutoFit/>
          </a:bodyPr>
          <a:lstStyle>
            <a:lvl1pPr marL="0" indent="0" algn="ctr">
              <a:buNone/>
              <a:defRPr sz="6600" b="1">
                <a:latin typeface="+mj-lt"/>
              </a:defRPr>
            </a:lvl1pPr>
          </a:lstStyle>
          <a:p>
            <a:pPr lvl="0"/>
            <a:r>
              <a:rPr lang="fr-CA"/>
              <a:t>Stat</a:t>
            </a:r>
            <a:endParaRPr lang="en-CA"/>
          </a:p>
        </p:txBody>
      </p:sp>
      <p:sp>
        <p:nvSpPr>
          <p:cNvPr id="14" name="Espace réservé du texte 6">
            <a:extLst>
              <a:ext uri="{FF2B5EF4-FFF2-40B4-BE49-F238E27FC236}">
                <a16:creationId xmlns:a16="http://schemas.microsoft.com/office/drawing/2014/main" id="{2A94A45E-352D-265D-4512-3B01413F079E}"/>
              </a:ext>
            </a:extLst>
          </p:cNvPr>
          <p:cNvSpPr>
            <a:spLocks noGrp="1"/>
          </p:cNvSpPr>
          <p:nvPr>
            <p:ph type="body" sz="quarter" idx="15" hasCustomPrompt="1"/>
          </p:nvPr>
        </p:nvSpPr>
        <p:spPr>
          <a:xfrm>
            <a:off x="6260125" y="2823424"/>
            <a:ext cx="5415937" cy="1107996"/>
          </a:xfrm>
        </p:spPr>
        <p:txBody>
          <a:bodyPr>
            <a:spAutoFit/>
          </a:bodyPr>
          <a:lstStyle>
            <a:lvl1pPr marL="0" indent="0" algn="ctr">
              <a:buNone/>
              <a:defRPr sz="6600" b="1">
                <a:latin typeface="+mj-lt"/>
              </a:defRPr>
            </a:lvl1pPr>
          </a:lstStyle>
          <a:p>
            <a:pPr lvl="0"/>
            <a:r>
              <a:rPr lang="fr-CA"/>
              <a:t>Stat</a:t>
            </a:r>
            <a:endParaRPr lang="en-CA"/>
          </a:p>
        </p:txBody>
      </p:sp>
      <p:sp>
        <p:nvSpPr>
          <p:cNvPr id="2" name="Espace réservé du numéro de diapositive 1">
            <a:extLst>
              <a:ext uri="{FF2B5EF4-FFF2-40B4-BE49-F238E27FC236}">
                <a16:creationId xmlns:a16="http://schemas.microsoft.com/office/drawing/2014/main" id="{D82D3D0F-1588-FE96-C61E-6F987C95AAED}"/>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5150047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statistique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1333210"/>
            <a:ext cx="11160125" cy="769441"/>
          </a:xfrm>
        </p:spPr>
        <p:txBody>
          <a:bodyPr>
            <a:spAutoFit/>
          </a:bodyPr>
          <a:lstStyle>
            <a:lvl1pPr algn="ctr">
              <a:defRPr/>
            </a:lvl1pPr>
          </a:lstStyle>
          <a:p>
            <a:r>
              <a:rPr lang="fr-FR"/>
              <a:t>Titre</a:t>
            </a:r>
            <a:endParaRPr lang="en-CA"/>
          </a:p>
        </p:txBody>
      </p:sp>
      <p:sp>
        <p:nvSpPr>
          <p:cNvPr id="7" name="Espace réservé du texte 6">
            <a:extLst>
              <a:ext uri="{FF2B5EF4-FFF2-40B4-BE49-F238E27FC236}">
                <a16:creationId xmlns:a16="http://schemas.microsoft.com/office/drawing/2014/main" id="{469508C7-881A-CE90-6004-8B63A4AB456B}"/>
              </a:ext>
            </a:extLst>
          </p:cNvPr>
          <p:cNvSpPr>
            <a:spLocks noGrp="1"/>
          </p:cNvSpPr>
          <p:nvPr>
            <p:ph type="body" sz="quarter" idx="10" hasCustomPrompt="1"/>
          </p:nvPr>
        </p:nvSpPr>
        <p:spPr>
          <a:xfrm>
            <a:off x="515938"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8" name="Espace réservé du texte 6">
            <a:extLst>
              <a:ext uri="{FF2B5EF4-FFF2-40B4-BE49-F238E27FC236}">
                <a16:creationId xmlns:a16="http://schemas.microsoft.com/office/drawing/2014/main" id="{5AE4521E-73ED-8557-E904-1FFD00A6CF3C}"/>
              </a:ext>
            </a:extLst>
          </p:cNvPr>
          <p:cNvSpPr>
            <a:spLocks noGrp="1"/>
          </p:cNvSpPr>
          <p:nvPr>
            <p:ph type="body" sz="quarter" idx="11" hasCustomPrompt="1"/>
          </p:nvPr>
        </p:nvSpPr>
        <p:spPr>
          <a:xfrm>
            <a:off x="4440000"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9" name="Espace réservé du texte 6">
            <a:extLst>
              <a:ext uri="{FF2B5EF4-FFF2-40B4-BE49-F238E27FC236}">
                <a16:creationId xmlns:a16="http://schemas.microsoft.com/office/drawing/2014/main" id="{907A0665-B0E0-9A75-FDC2-F165F2FE6659}"/>
              </a:ext>
            </a:extLst>
          </p:cNvPr>
          <p:cNvSpPr>
            <a:spLocks noGrp="1"/>
          </p:cNvSpPr>
          <p:nvPr>
            <p:ph type="body" sz="quarter" idx="12" hasCustomPrompt="1"/>
          </p:nvPr>
        </p:nvSpPr>
        <p:spPr>
          <a:xfrm>
            <a:off x="8364062"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4" name="Espace réservé du texte 6">
            <a:extLst>
              <a:ext uri="{FF2B5EF4-FFF2-40B4-BE49-F238E27FC236}">
                <a16:creationId xmlns:a16="http://schemas.microsoft.com/office/drawing/2014/main" id="{35574A83-B86E-ABD9-439F-E0321A2985E3}"/>
              </a:ext>
            </a:extLst>
          </p:cNvPr>
          <p:cNvSpPr>
            <a:spLocks noGrp="1"/>
          </p:cNvSpPr>
          <p:nvPr>
            <p:ph type="body" sz="quarter" idx="13" hasCustomPrompt="1"/>
          </p:nvPr>
        </p:nvSpPr>
        <p:spPr>
          <a:xfrm>
            <a:off x="515938"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15" name="Espace réservé du texte 6">
            <a:extLst>
              <a:ext uri="{FF2B5EF4-FFF2-40B4-BE49-F238E27FC236}">
                <a16:creationId xmlns:a16="http://schemas.microsoft.com/office/drawing/2014/main" id="{D36571E2-3920-4846-0871-2224BFF165E9}"/>
              </a:ext>
            </a:extLst>
          </p:cNvPr>
          <p:cNvSpPr>
            <a:spLocks noGrp="1"/>
          </p:cNvSpPr>
          <p:nvPr>
            <p:ph type="body" sz="quarter" idx="14" hasCustomPrompt="1"/>
          </p:nvPr>
        </p:nvSpPr>
        <p:spPr>
          <a:xfrm>
            <a:off x="4440000"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16" name="Espace réservé du texte 6">
            <a:extLst>
              <a:ext uri="{FF2B5EF4-FFF2-40B4-BE49-F238E27FC236}">
                <a16:creationId xmlns:a16="http://schemas.microsoft.com/office/drawing/2014/main" id="{5305BF2F-8D0A-515D-0252-24657F838AD7}"/>
              </a:ext>
            </a:extLst>
          </p:cNvPr>
          <p:cNvSpPr>
            <a:spLocks noGrp="1"/>
          </p:cNvSpPr>
          <p:nvPr>
            <p:ph type="body" sz="quarter" idx="15" hasCustomPrompt="1"/>
          </p:nvPr>
        </p:nvSpPr>
        <p:spPr>
          <a:xfrm>
            <a:off x="8364062"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5" name="Espace réservé du numéro de diapositive 4">
            <a:extLst>
              <a:ext uri="{FF2B5EF4-FFF2-40B4-BE49-F238E27FC236}">
                <a16:creationId xmlns:a16="http://schemas.microsoft.com/office/drawing/2014/main" id="{B77C89BF-7BBF-252E-5CE2-B03836510E28}"/>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723716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statistiques &amp; Mots-clés avec lig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accent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377380"/>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9" name="Straight Connector 3">
            <a:extLst>
              <a:ext uri="{FF2B5EF4-FFF2-40B4-BE49-F238E27FC236}">
                <a16:creationId xmlns:a16="http://schemas.microsoft.com/office/drawing/2014/main" id="{4A0BB841-A8D2-E179-3698-F4FCE0A017D8}"/>
              </a:ext>
            </a:extLst>
          </p:cNvPr>
          <p:cNvCxnSpPr>
            <a:cxnSpLocks/>
          </p:cNvCxnSpPr>
          <p:nvPr userDrawn="1"/>
        </p:nvCxnSpPr>
        <p:spPr>
          <a:xfrm>
            <a:off x="6096000" y="17891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6" name="Espace réservé du texte 6">
            <a:extLst>
              <a:ext uri="{FF2B5EF4-FFF2-40B4-BE49-F238E27FC236}">
                <a16:creationId xmlns:a16="http://schemas.microsoft.com/office/drawing/2014/main" id="{94D68B9C-82EB-37CD-D6E2-4F89AF207161}"/>
              </a:ext>
            </a:extLst>
          </p:cNvPr>
          <p:cNvSpPr>
            <a:spLocks noGrp="1"/>
          </p:cNvSpPr>
          <p:nvPr>
            <p:ph type="body" sz="quarter" idx="24" hasCustomPrompt="1"/>
          </p:nvPr>
        </p:nvSpPr>
        <p:spPr>
          <a:xfrm>
            <a:off x="9132710" y="1377380"/>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17" name="Straight Connector 3">
            <a:extLst>
              <a:ext uri="{FF2B5EF4-FFF2-40B4-BE49-F238E27FC236}">
                <a16:creationId xmlns:a16="http://schemas.microsoft.com/office/drawing/2014/main" id="{A8640F84-406B-B032-6E1D-FBC7B8012FE6}"/>
              </a:ext>
            </a:extLst>
          </p:cNvPr>
          <p:cNvCxnSpPr>
            <a:cxnSpLocks/>
          </p:cNvCxnSpPr>
          <p:nvPr userDrawn="1"/>
        </p:nvCxnSpPr>
        <p:spPr>
          <a:xfrm>
            <a:off x="9132710" y="17891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Espace réservé du texte 6">
            <a:extLst>
              <a:ext uri="{FF2B5EF4-FFF2-40B4-BE49-F238E27FC236}">
                <a16:creationId xmlns:a16="http://schemas.microsoft.com/office/drawing/2014/main" id="{4D4F70EA-685A-2ECA-7D31-466F4A4A8367}"/>
              </a:ext>
            </a:extLst>
          </p:cNvPr>
          <p:cNvSpPr>
            <a:spLocks noGrp="1"/>
          </p:cNvSpPr>
          <p:nvPr>
            <p:ph type="body" sz="quarter" idx="25" hasCustomPrompt="1"/>
          </p:nvPr>
        </p:nvSpPr>
        <p:spPr>
          <a:xfrm>
            <a:off x="913271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9" name="Espace réservé du texte 6">
            <a:extLst>
              <a:ext uri="{FF2B5EF4-FFF2-40B4-BE49-F238E27FC236}">
                <a16:creationId xmlns:a16="http://schemas.microsoft.com/office/drawing/2014/main" id="{60A09C28-9C29-31E3-D4EE-1C427590811E}"/>
              </a:ext>
            </a:extLst>
          </p:cNvPr>
          <p:cNvSpPr>
            <a:spLocks noGrp="1"/>
          </p:cNvSpPr>
          <p:nvPr>
            <p:ph type="body" sz="quarter" idx="26" hasCustomPrompt="1"/>
          </p:nvPr>
        </p:nvSpPr>
        <p:spPr>
          <a:xfrm>
            <a:off x="6096000" y="3140062"/>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20" name="Straight Connector 3">
            <a:extLst>
              <a:ext uri="{FF2B5EF4-FFF2-40B4-BE49-F238E27FC236}">
                <a16:creationId xmlns:a16="http://schemas.microsoft.com/office/drawing/2014/main" id="{FE1A0697-AC69-CB97-8A81-616CEC399F6F}"/>
              </a:ext>
            </a:extLst>
          </p:cNvPr>
          <p:cNvCxnSpPr>
            <a:cxnSpLocks/>
          </p:cNvCxnSpPr>
          <p:nvPr userDrawn="1"/>
        </p:nvCxnSpPr>
        <p:spPr>
          <a:xfrm>
            <a:off x="6096000" y="3545336"/>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Espace réservé du texte 6">
            <a:extLst>
              <a:ext uri="{FF2B5EF4-FFF2-40B4-BE49-F238E27FC236}">
                <a16:creationId xmlns:a16="http://schemas.microsoft.com/office/drawing/2014/main" id="{62EEE8B0-9910-4A9F-544E-A87ADA96A667}"/>
              </a:ext>
            </a:extLst>
          </p:cNvPr>
          <p:cNvSpPr>
            <a:spLocks noGrp="1"/>
          </p:cNvSpPr>
          <p:nvPr>
            <p:ph type="body" sz="quarter" idx="27" hasCustomPrompt="1"/>
          </p:nvPr>
        </p:nvSpPr>
        <p:spPr>
          <a:xfrm>
            <a:off x="6096000" y="3569327"/>
            <a:ext cx="2543352" cy="830997"/>
          </a:xfrm>
        </p:spPr>
        <p:txBody>
          <a:bodyPr>
            <a:spAutoFit/>
          </a:bodyPr>
          <a:lstStyle>
            <a:lvl1pPr marL="0" indent="0">
              <a:buNone/>
              <a:defRPr sz="4800" b="1">
                <a:latin typeface="+mj-lt"/>
              </a:defRPr>
            </a:lvl1pPr>
          </a:lstStyle>
          <a:p>
            <a:pPr lvl="0"/>
            <a:r>
              <a:rPr lang="fr-CA"/>
              <a:t>Stat</a:t>
            </a:r>
            <a:endParaRPr lang="en-CA"/>
          </a:p>
        </p:txBody>
      </p:sp>
      <p:sp>
        <p:nvSpPr>
          <p:cNvPr id="31" name="Espace réservé du texte 6">
            <a:extLst>
              <a:ext uri="{FF2B5EF4-FFF2-40B4-BE49-F238E27FC236}">
                <a16:creationId xmlns:a16="http://schemas.microsoft.com/office/drawing/2014/main" id="{9D634C9C-4035-C327-699A-9E865DEC57D6}"/>
              </a:ext>
            </a:extLst>
          </p:cNvPr>
          <p:cNvSpPr>
            <a:spLocks noGrp="1"/>
          </p:cNvSpPr>
          <p:nvPr>
            <p:ph type="body" sz="quarter" idx="28" hasCustomPrompt="1"/>
          </p:nvPr>
        </p:nvSpPr>
        <p:spPr>
          <a:xfrm>
            <a:off x="9132710" y="3140062"/>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32" name="Straight Connector 3">
            <a:extLst>
              <a:ext uri="{FF2B5EF4-FFF2-40B4-BE49-F238E27FC236}">
                <a16:creationId xmlns:a16="http://schemas.microsoft.com/office/drawing/2014/main" id="{4EDAE504-6BA5-00BA-79AF-1D77D8D68528}"/>
              </a:ext>
            </a:extLst>
          </p:cNvPr>
          <p:cNvCxnSpPr>
            <a:cxnSpLocks/>
          </p:cNvCxnSpPr>
          <p:nvPr userDrawn="1"/>
        </p:nvCxnSpPr>
        <p:spPr>
          <a:xfrm>
            <a:off x="9132710" y="3545336"/>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Espace réservé du texte 6">
            <a:extLst>
              <a:ext uri="{FF2B5EF4-FFF2-40B4-BE49-F238E27FC236}">
                <a16:creationId xmlns:a16="http://schemas.microsoft.com/office/drawing/2014/main" id="{4F785261-2FD2-B9D9-9212-7D647215BA7A}"/>
              </a:ext>
            </a:extLst>
          </p:cNvPr>
          <p:cNvSpPr>
            <a:spLocks noGrp="1"/>
          </p:cNvSpPr>
          <p:nvPr>
            <p:ph type="body" sz="quarter" idx="29" hasCustomPrompt="1"/>
          </p:nvPr>
        </p:nvSpPr>
        <p:spPr>
          <a:xfrm>
            <a:off x="9132710" y="3569327"/>
            <a:ext cx="2543352" cy="830997"/>
          </a:xfrm>
        </p:spPr>
        <p:txBody>
          <a:bodyPr>
            <a:spAutoFit/>
          </a:bodyPr>
          <a:lstStyle>
            <a:lvl1pPr marL="0" indent="0">
              <a:buNone/>
              <a:defRPr sz="4800" b="1">
                <a:latin typeface="+mj-lt"/>
              </a:defRPr>
            </a:lvl1pPr>
          </a:lstStyle>
          <a:p>
            <a:pPr lvl="0"/>
            <a:r>
              <a:rPr lang="fr-CA"/>
              <a:t>Stat</a:t>
            </a:r>
            <a:endParaRPr lang="en-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360796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statistique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tx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377380"/>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6" name="Espace réservé du texte 6">
            <a:extLst>
              <a:ext uri="{FF2B5EF4-FFF2-40B4-BE49-F238E27FC236}">
                <a16:creationId xmlns:a16="http://schemas.microsoft.com/office/drawing/2014/main" id="{94D68B9C-82EB-37CD-D6E2-4F89AF207161}"/>
              </a:ext>
            </a:extLst>
          </p:cNvPr>
          <p:cNvSpPr>
            <a:spLocks noGrp="1"/>
          </p:cNvSpPr>
          <p:nvPr>
            <p:ph type="body" sz="quarter" idx="24" hasCustomPrompt="1"/>
          </p:nvPr>
        </p:nvSpPr>
        <p:spPr>
          <a:xfrm>
            <a:off x="9132710" y="1377380"/>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8" name="Espace réservé du texte 6">
            <a:extLst>
              <a:ext uri="{FF2B5EF4-FFF2-40B4-BE49-F238E27FC236}">
                <a16:creationId xmlns:a16="http://schemas.microsoft.com/office/drawing/2014/main" id="{4D4F70EA-685A-2ECA-7D31-466F4A4A8367}"/>
              </a:ext>
            </a:extLst>
          </p:cNvPr>
          <p:cNvSpPr>
            <a:spLocks noGrp="1"/>
          </p:cNvSpPr>
          <p:nvPr>
            <p:ph type="body" sz="quarter" idx="25" hasCustomPrompt="1"/>
          </p:nvPr>
        </p:nvSpPr>
        <p:spPr>
          <a:xfrm>
            <a:off x="913271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9" name="Espace réservé du texte 6">
            <a:extLst>
              <a:ext uri="{FF2B5EF4-FFF2-40B4-BE49-F238E27FC236}">
                <a16:creationId xmlns:a16="http://schemas.microsoft.com/office/drawing/2014/main" id="{60A09C28-9C29-31E3-D4EE-1C427590811E}"/>
              </a:ext>
            </a:extLst>
          </p:cNvPr>
          <p:cNvSpPr>
            <a:spLocks noGrp="1"/>
          </p:cNvSpPr>
          <p:nvPr>
            <p:ph type="body" sz="quarter" idx="26" hasCustomPrompt="1"/>
          </p:nvPr>
        </p:nvSpPr>
        <p:spPr>
          <a:xfrm>
            <a:off x="6096000" y="3140062"/>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30" name="Espace réservé du texte 6">
            <a:extLst>
              <a:ext uri="{FF2B5EF4-FFF2-40B4-BE49-F238E27FC236}">
                <a16:creationId xmlns:a16="http://schemas.microsoft.com/office/drawing/2014/main" id="{62EEE8B0-9910-4A9F-544E-A87ADA96A667}"/>
              </a:ext>
            </a:extLst>
          </p:cNvPr>
          <p:cNvSpPr>
            <a:spLocks noGrp="1"/>
          </p:cNvSpPr>
          <p:nvPr>
            <p:ph type="body" sz="quarter" idx="27" hasCustomPrompt="1"/>
          </p:nvPr>
        </p:nvSpPr>
        <p:spPr>
          <a:xfrm>
            <a:off x="6096000" y="3576485"/>
            <a:ext cx="2543352" cy="830997"/>
          </a:xfrm>
        </p:spPr>
        <p:txBody>
          <a:bodyPr>
            <a:spAutoFit/>
          </a:bodyPr>
          <a:lstStyle>
            <a:lvl1pPr marL="0" indent="0">
              <a:buNone/>
              <a:defRPr sz="4800" b="1">
                <a:latin typeface="+mj-lt"/>
              </a:defRPr>
            </a:lvl1pPr>
          </a:lstStyle>
          <a:p>
            <a:pPr lvl="0"/>
            <a:r>
              <a:rPr lang="fr-CA"/>
              <a:t>Stat</a:t>
            </a:r>
            <a:endParaRPr lang="en-CA"/>
          </a:p>
        </p:txBody>
      </p:sp>
      <p:sp>
        <p:nvSpPr>
          <p:cNvPr id="31" name="Espace réservé du texte 6">
            <a:extLst>
              <a:ext uri="{FF2B5EF4-FFF2-40B4-BE49-F238E27FC236}">
                <a16:creationId xmlns:a16="http://schemas.microsoft.com/office/drawing/2014/main" id="{9D634C9C-4035-C327-699A-9E865DEC57D6}"/>
              </a:ext>
            </a:extLst>
          </p:cNvPr>
          <p:cNvSpPr>
            <a:spLocks noGrp="1"/>
          </p:cNvSpPr>
          <p:nvPr>
            <p:ph type="body" sz="quarter" idx="28" hasCustomPrompt="1"/>
          </p:nvPr>
        </p:nvSpPr>
        <p:spPr>
          <a:xfrm>
            <a:off x="9132710" y="3140062"/>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33" name="Espace réservé du texte 6">
            <a:extLst>
              <a:ext uri="{FF2B5EF4-FFF2-40B4-BE49-F238E27FC236}">
                <a16:creationId xmlns:a16="http://schemas.microsoft.com/office/drawing/2014/main" id="{4F785261-2FD2-B9D9-9212-7D647215BA7A}"/>
              </a:ext>
            </a:extLst>
          </p:cNvPr>
          <p:cNvSpPr>
            <a:spLocks noGrp="1"/>
          </p:cNvSpPr>
          <p:nvPr>
            <p:ph type="body" sz="quarter" idx="29" hasCustomPrompt="1"/>
          </p:nvPr>
        </p:nvSpPr>
        <p:spPr>
          <a:xfrm>
            <a:off x="9132710" y="3576485"/>
            <a:ext cx="2543352" cy="830997"/>
          </a:xfrm>
        </p:spPr>
        <p:txBody>
          <a:bodyPr>
            <a:spAutoFit/>
          </a:bodyPr>
          <a:lstStyle>
            <a:lvl1pPr marL="0" indent="0">
              <a:buNone/>
              <a:defRPr sz="4800" b="1">
                <a:latin typeface="+mj-lt"/>
              </a:defRPr>
            </a:lvl1pPr>
          </a:lstStyle>
          <a:p>
            <a:pPr lvl="0"/>
            <a:r>
              <a:rPr lang="fr-CA"/>
              <a:t>Stat</a:t>
            </a:r>
            <a:endParaRPr lang="en-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5030399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boîtes bleues pour courts énoncés avec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AA98D881-1324-A72C-9485-EEBCC26892C1}"/>
              </a:ext>
            </a:extLst>
          </p:cNvPr>
          <p:cNvSpPr>
            <a:spLocks noGrp="1"/>
          </p:cNvSpPr>
          <p:nvPr>
            <p:ph type="body" sz="quarter" idx="18" hasCustomPrompt="1"/>
          </p:nvPr>
        </p:nvSpPr>
        <p:spPr>
          <a:xfrm>
            <a:off x="4288030" y="2014534"/>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4A7F51CC-029A-3644-1925-959F87C31B4D}"/>
              </a:ext>
            </a:extLst>
          </p:cNvPr>
          <p:cNvSpPr>
            <a:spLocks noGrp="1"/>
          </p:cNvSpPr>
          <p:nvPr>
            <p:ph type="body" sz="quarter" idx="19" hasCustomPrompt="1"/>
          </p:nvPr>
        </p:nvSpPr>
        <p:spPr>
          <a:xfrm>
            <a:off x="8060119" y="2014533"/>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72089"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4444180"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8216271"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772680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boîtes bleues pour courts énoncés sans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AA98D881-1324-A72C-9485-EEBCC26892C1}"/>
              </a:ext>
            </a:extLst>
          </p:cNvPr>
          <p:cNvSpPr>
            <a:spLocks noGrp="1"/>
          </p:cNvSpPr>
          <p:nvPr>
            <p:ph type="body" sz="quarter" idx="18" hasCustomPrompt="1"/>
          </p:nvPr>
        </p:nvSpPr>
        <p:spPr>
          <a:xfrm>
            <a:off x="4288030" y="2014534"/>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4A7F51CC-029A-3644-1925-959F87C31B4D}"/>
              </a:ext>
            </a:extLst>
          </p:cNvPr>
          <p:cNvSpPr>
            <a:spLocks noGrp="1"/>
          </p:cNvSpPr>
          <p:nvPr>
            <p:ph type="body" sz="quarter" idx="19" hasCustomPrompt="1"/>
          </p:nvPr>
        </p:nvSpPr>
        <p:spPr>
          <a:xfrm>
            <a:off x="8060119" y="2014533"/>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1367018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boîtes grises pour courts énoncés avec sous-titres">
    <p:spTree>
      <p:nvGrpSpPr>
        <p:cNvPr id="1" name=""/>
        <p:cNvGrpSpPr/>
        <p:nvPr/>
      </p:nvGrpSpPr>
      <p:grpSpPr>
        <a:xfrm>
          <a:off x="0" y="0"/>
          <a:ext cx="0" cy="0"/>
          <a:chOff x="0" y="0"/>
          <a:chExt cx="0" cy="0"/>
        </a:xfrm>
      </p:grpSpPr>
      <p:sp>
        <p:nvSpPr>
          <p:cNvPr id="8" name="Text Placeholder 16">
            <a:extLst>
              <a:ext uri="{FF2B5EF4-FFF2-40B4-BE49-F238E27FC236}">
                <a16:creationId xmlns:a16="http://schemas.microsoft.com/office/drawing/2014/main" id="{E4FBBFA0-92E5-5444-8D30-F6C885E16080}"/>
              </a:ext>
            </a:extLst>
          </p:cNvPr>
          <p:cNvSpPr>
            <a:spLocks noGrp="1"/>
          </p:cNvSpPr>
          <p:nvPr>
            <p:ph type="body" sz="quarter" idx="18" hasCustomPrompt="1"/>
          </p:nvPr>
        </p:nvSpPr>
        <p:spPr>
          <a:xfrm>
            <a:off x="4288030" y="2014534"/>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05E7E07B-293D-6490-A482-3DED33558D11}"/>
              </a:ext>
            </a:extLst>
          </p:cNvPr>
          <p:cNvSpPr>
            <a:spLocks noGrp="1"/>
          </p:cNvSpPr>
          <p:nvPr>
            <p:ph type="body" sz="quarter" idx="19" hasCustomPrompt="1"/>
          </p:nvPr>
        </p:nvSpPr>
        <p:spPr>
          <a:xfrm>
            <a:off x="8060123" y="2014534"/>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72089"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4444180"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8216271"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3255236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boîtes grises pour courts énoncés sans sous-titres">
    <p:spTree>
      <p:nvGrpSpPr>
        <p:cNvPr id="1" name=""/>
        <p:cNvGrpSpPr/>
        <p:nvPr/>
      </p:nvGrpSpPr>
      <p:grpSpPr>
        <a:xfrm>
          <a:off x="0" y="0"/>
          <a:ext cx="0" cy="0"/>
          <a:chOff x="0" y="0"/>
          <a:chExt cx="0" cy="0"/>
        </a:xfrm>
      </p:grpSpPr>
      <p:sp>
        <p:nvSpPr>
          <p:cNvPr id="8" name="Text Placeholder 16">
            <a:extLst>
              <a:ext uri="{FF2B5EF4-FFF2-40B4-BE49-F238E27FC236}">
                <a16:creationId xmlns:a16="http://schemas.microsoft.com/office/drawing/2014/main" id="{E4FBBFA0-92E5-5444-8D30-F6C885E16080}"/>
              </a:ext>
            </a:extLst>
          </p:cNvPr>
          <p:cNvSpPr>
            <a:spLocks noGrp="1"/>
          </p:cNvSpPr>
          <p:nvPr>
            <p:ph type="body" sz="quarter" idx="18" hasCustomPrompt="1"/>
          </p:nvPr>
        </p:nvSpPr>
        <p:spPr>
          <a:xfrm>
            <a:off x="4288030" y="2014534"/>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05E7E07B-293D-6490-A482-3DED33558D11}"/>
              </a:ext>
            </a:extLst>
          </p:cNvPr>
          <p:cNvSpPr>
            <a:spLocks noGrp="1"/>
          </p:cNvSpPr>
          <p:nvPr>
            <p:ph type="body" sz="quarter" idx="19" hasCustomPrompt="1"/>
          </p:nvPr>
        </p:nvSpPr>
        <p:spPr>
          <a:xfrm>
            <a:off x="8060123" y="2014534"/>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3569096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boîtes bleues pour courts énoncés avec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C888D9B7-68F2-C10E-A50B-27CE8A6C7C89}"/>
              </a:ext>
            </a:extLst>
          </p:cNvPr>
          <p:cNvSpPr>
            <a:spLocks noGrp="1"/>
          </p:cNvSpPr>
          <p:nvPr>
            <p:ph type="body" sz="quarter" idx="20" hasCustomPrompt="1"/>
          </p:nvPr>
        </p:nvSpPr>
        <p:spPr>
          <a:xfrm>
            <a:off x="3348918"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8E646C50-AD6C-BE0E-BFC9-548A28A45D92}"/>
              </a:ext>
            </a:extLst>
          </p:cNvPr>
          <p:cNvSpPr>
            <a:spLocks noGrp="1"/>
          </p:cNvSpPr>
          <p:nvPr>
            <p:ph type="body" sz="quarter" idx="21" hasCustomPrompt="1"/>
          </p:nvPr>
        </p:nvSpPr>
        <p:spPr>
          <a:xfrm>
            <a:off x="6181897"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CC6FBFF2-F0CF-8B5D-6EBF-9DF23DC30B67}"/>
              </a:ext>
            </a:extLst>
          </p:cNvPr>
          <p:cNvSpPr>
            <a:spLocks noGrp="1"/>
          </p:cNvSpPr>
          <p:nvPr>
            <p:ph type="body" sz="quarter" idx="22" hasCustomPrompt="1"/>
          </p:nvPr>
        </p:nvSpPr>
        <p:spPr>
          <a:xfrm>
            <a:off x="9014875"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31535"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3464514"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6297493"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texte 6">
            <a:extLst>
              <a:ext uri="{FF2B5EF4-FFF2-40B4-BE49-F238E27FC236}">
                <a16:creationId xmlns:a16="http://schemas.microsoft.com/office/drawing/2014/main" id="{2311000A-FCD0-FDF1-61D0-396AD65D626A}"/>
              </a:ext>
            </a:extLst>
          </p:cNvPr>
          <p:cNvSpPr>
            <a:spLocks noGrp="1"/>
          </p:cNvSpPr>
          <p:nvPr>
            <p:ph type="body" sz="quarter" idx="18" hasCustomPrompt="1"/>
          </p:nvPr>
        </p:nvSpPr>
        <p:spPr>
          <a:xfrm>
            <a:off x="9130471"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0049725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boîtes bleues pour courts énoncés sans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C888D9B7-68F2-C10E-A50B-27CE8A6C7C89}"/>
              </a:ext>
            </a:extLst>
          </p:cNvPr>
          <p:cNvSpPr>
            <a:spLocks noGrp="1"/>
          </p:cNvSpPr>
          <p:nvPr>
            <p:ph type="body" sz="quarter" idx="20" hasCustomPrompt="1"/>
          </p:nvPr>
        </p:nvSpPr>
        <p:spPr>
          <a:xfrm>
            <a:off x="3348918"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8E646C50-AD6C-BE0E-BFC9-548A28A45D92}"/>
              </a:ext>
            </a:extLst>
          </p:cNvPr>
          <p:cNvSpPr>
            <a:spLocks noGrp="1"/>
          </p:cNvSpPr>
          <p:nvPr>
            <p:ph type="body" sz="quarter" idx="21" hasCustomPrompt="1"/>
          </p:nvPr>
        </p:nvSpPr>
        <p:spPr>
          <a:xfrm>
            <a:off x="6181897"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CC6FBFF2-F0CF-8B5D-6EBF-9DF23DC30B67}"/>
              </a:ext>
            </a:extLst>
          </p:cNvPr>
          <p:cNvSpPr>
            <a:spLocks noGrp="1"/>
          </p:cNvSpPr>
          <p:nvPr>
            <p:ph type="body" sz="quarter" idx="22" hasCustomPrompt="1"/>
          </p:nvPr>
        </p:nvSpPr>
        <p:spPr>
          <a:xfrm>
            <a:off x="9014875"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0285327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 boîtes grises pour courts énoncés avec sous-titres">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BC9B0BB1-8EB2-68AB-4183-C252BCB7C76C}"/>
              </a:ext>
            </a:extLst>
          </p:cNvPr>
          <p:cNvSpPr>
            <a:spLocks noGrp="1"/>
          </p:cNvSpPr>
          <p:nvPr>
            <p:ph type="body" sz="quarter" idx="20" hasCustomPrompt="1"/>
          </p:nvPr>
        </p:nvSpPr>
        <p:spPr>
          <a:xfrm>
            <a:off x="3348917"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3" name="Text Placeholder 16">
            <a:extLst>
              <a:ext uri="{FF2B5EF4-FFF2-40B4-BE49-F238E27FC236}">
                <a16:creationId xmlns:a16="http://schemas.microsoft.com/office/drawing/2014/main" id="{4E377D42-6D22-0B5F-F033-46872EEEE68D}"/>
              </a:ext>
            </a:extLst>
          </p:cNvPr>
          <p:cNvSpPr>
            <a:spLocks noGrp="1"/>
          </p:cNvSpPr>
          <p:nvPr>
            <p:ph type="body" sz="quarter" idx="21" hasCustomPrompt="1"/>
          </p:nvPr>
        </p:nvSpPr>
        <p:spPr>
          <a:xfrm>
            <a:off x="6181896"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6" name="Text Placeholder 16">
            <a:extLst>
              <a:ext uri="{FF2B5EF4-FFF2-40B4-BE49-F238E27FC236}">
                <a16:creationId xmlns:a16="http://schemas.microsoft.com/office/drawing/2014/main" id="{AF75D024-525D-8691-A183-8B64B8A803B8}"/>
              </a:ext>
            </a:extLst>
          </p:cNvPr>
          <p:cNvSpPr>
            <a:spLocks noGrp="1"/>
          </p:cNvSpPr>
          <p:nvPr>
            <p:ph type="body" sz="quarter" idx="22" hasCustomPrompt="1"/>
          </p:nvPr>
        </p:nvSpPr>
        <p:spPr>
          <a:xfrm>
            <a:off x="9014874"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31535"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3464514"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6297493"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texte 6">
            <a:extLst>
              <a:ext uri="{FF2B5EF4-FFF2-40B4-BE49-F238E27FC236}">
                <a16:creationId xmlns:a16="http://schemas.microsoft.com/office/drawing/2014/main" id="{2311000A-FCD0-FDF1-61D0-396AD65D626A}"/>
              </a:ext>
            </a:extLst>
          </p:cNvPr>
          <p:cNvSpPr>
            <a:spLocks noGrp="1"/>
          </p:cNvSpPr>
          <p:nvPr>
            <p:ph type="body" sz="quarter" idx="18" hasCustomPrompt="1"/>
          </p:nvPr>
        </p:nvSpPr>
        <p:spPr>
          <a:xfrm>
            <a:off x="9130472"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5768527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boîtes grises pour courts énoncés sans sous-titres">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BC9B0BB1-8EB2-68AB-4183-C252BCB7C76C}"/>
              </a:ext>
            </a:extLst>
          </p:cNvPr>
          <p:cNvSpPr>
            <a:spLocks noGrp="1"/>
          </p:cNvSpPr>
          <p:nvPr>
            <p:ph type="body" sz="quarter" idx="20" hasCustomPrompt="1"/>
          </p:nvPr>
        </p:nvSpPr>
        <p:spPr>
          <a:xfrm>
            <a:off x="3348917"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3" name="Text Placeholder 16">
            <a:extLst>
              <a:ext uri="{FF2B5EF4-FFF2-40B4-BE49-F238E27FC236}">
                <a16:creationId xmlns:a16="http://schemas.microsoft.com/office/drawing/2014/main" id="{4E377D42-6D22-0B5F-F033-46872EEEE68D}"/>
              </a:ext>
            </a:extLst>
          </p:cNvPr>
          <p:cNvSpPr>
            <a:spLocks noGrp="1"/>
          </p:cNvSpPr>
          <p:nvPr>
            <p:ph type="body" sz="quarter" idx="21" hasCustomPrompt="1"/>
          </p:nvPr>
        </p:nvSpPr>
        <p:spPr>
          <a:xfrm>
            <a:off x="6181896"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6" name="Text Placeholder 16">
            <a:extLst>
              <a:ext uri="{FF2B5EF4-FFF2-40B4-BE49-F238E27FC236}">
                <a16:creationId xmlns:a16="http://schemas.microsoft.com/office/drawing/2014/main" id="{AF75D024-525D-8691-A183-8B64B8A803B8}"/>
              </a:ext>
            </a:extLst>
          </p:cNvPr>
          <p:cNvSpPr>
            <a:spLocks noGrp="1"/>
          </p:cNvSpPr>
          <p:nvPr>
            <p:ph type="body" sz="quarter" idx="22" hasCustomPrompt="1"/>
          </p:nvPr>
        </p:nvSpPr>
        <p:spPr>
          <a:xfrm>
            <a:off x="9014874"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5318"/>
            <a:ext cx="2676829" cy="2280576"/>
          </a:xfrm>
          <a:ln w="15875" cap="rnd">
            <a:solidFill>
              <a:schemeClr val="tx1">
                <a:alpha val="4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3966605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 énoncés &amp; Mots-clés avec lig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accent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272605"/>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9" name="Straight Connector 3">
            <a:extLst>
              <a:ext uri="{FF2B5EF4-FFF2-40B4-BE49-F238E27FC236}">
                <a16:creationId xmlns:a16="http://schemas.microsoft.com/office/drawing/2014/main" id="{4A0BB841-A8D2-E179-3698-F4FCE0A017D8}"/>
              </a:ext>
            </a:extLst>
          </p:cNvPr>
          <p:cNvCxnSpPr>
            <a:cxnSpLocks/>
          </p:cNvCxnSpPr>
          <p:nvPr userDrawn="1"/>
        </p:nvCxnSpPr>
        <p:spPr>
          <a:xfrm>
            <a:off x="6096000" y="17510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
        <p:nvSpPr>
          <p:cNvPr id="3" name="Espace réservé du texte 6">
            <a:extLst>
              <a:ext uri="{FF2B5EF4-FFF2-40B4-BE49-F238E27FC236}">
                <a16:creationId xmlns:a16="http://schemas.microsoft.com/office/drawing/2014/main" id="{E68E5B56-3BA9-7A3F-AF68-CDBECF253F96}"/>
              </a:ext>
            </a:extLst>
          </p:cNvPr>
          <p:cNvSpPr>
            <a:spLocks noGrp="1"/>
          </p:cNvSpPr>
          <p:nvPr>
            <p:ph type="body" sz="quarter" idx="31" hasCustomPrompt="1"/>
          </p:nvPr>
        </p:nvSpPr>
        <p:spPr>
          <a:xfrm>
            <a:off x="9132710" y="1272605"/>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4" name="Straight Connector 3">
            <a:extLst>
              <a:ext uri="{FF2B5EF4-FFF2-40B4-BE49-F238E27FC236}">
                <a16:creationId xmlns:a16="http://schemas.microsoft.com/office/drawing/2014/main" id="{2F5215F2-55EE-E0C3-74AD-5BEE540AB649}"/>
              </a:ext>
            </a:extLst>
          </p:cNvPr>
          <p:cNvCxnSpPr>
            <a:cxnSpLocks/>
          </p:cNvCxnSpPr>
          <p:nvPr userDrawn="1"/>
        </p:nvCxnSpPr>
        <p:spPr>
          <a:xfrm>
            <a:off x="9132710" y="17510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Espace réservé du texte 6">
            <a:extLst>
              <a:ext uri="{FF2B5EF4-FFF2-40B4-BE49-F238E27FC236}">
                <a16:creationId xmlns:a16="http://schemas.microsoft.com/office/drawing/2014/main" id="{15701E49-8028-B076-84EE-3E31473C26D8}"/>
              </a:ext>
            </a:extLst>
          </p:cNvPr>
          <p:cNvSpPr>
            <a:spLocks noGrp="1"/>
          </p:cNvSpPr>
          <p:nvPr>
            <p:ph type="body" sz="quarter" idx="32" hasCustomPrompt="1"/>
          </p:nvPr>
        </p:nvSpPr>
        <p:spPr>
          <a:xfrm>
            <a:off x="913271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8" name="Espace réservé du texte 6">
            <a:extLst>
              <a:ext uri="{FF2B5EF4-FFF2-40B4-BE49-F238E27FC236}">
                <a16:creationId xmlns:a16="http://schemas.microsoft.com/office/drawing/2014/main" id="{BE2DB609-51E9-3F1F-6021-58BDB2269292}"/>
              </a:ext>
            </a:extLst>
          </p:cNvPr>
          <p:cNvSpPr>
            <a:spLocks noGrp="1"/>
          </p:cNvSpPr>
          <p:nvPr>
            <p:ph type="body" sz="quarter" idx="33" hasCustomPrompt="1"/>
          </p:nvPr>
        </p:nvSpPr>
        <p:spPr>
          <a:xfrm>
            <a:off x="6096000" y="3151444"/>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10" name="Straight Connector 3">
            <a:extLst>
              <a:ext uri="{FF2B5EF4-FFF2-40B4-BE49-F238E27FC236}">
                <a16:creationId xmlns:a16="http://schemas.microsoft.com/office/drawing/2014/main" id="{9AE2826B-E9AB-2D52-AE25-8C75D55DED20}"/>
              </a:ext>
            </a:extLst>
          </p:cNvPr>
          <p:cNvCxnSpPr>
            <a:cxnSpLocks/>
          </p:cNvCxnSpPr>
          <p:nvPr userDrawn="1"/>
        </p:nvCxnSpPr>
        <p:spPr>
          <a:xfrm>
            <a:off x="6096000" y="3629873"/>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Espace réservé du texte 6">
            <a:extLst>
              <a:ext uri="{FF2B5EF4-FFF2-40B4-BE49-F238E27FC236}">
                <a16:creationId xmlns:a16="http://schemas.microsoft.com/office/drawing/2014/main" id="{A452A9C0-C06E-CA98-F5DC-BAD0F94A73CB}"/>
              </a:ext>
            </a:extLst>
          </p:cNvPr>
          <p:cNvSpPr>
            <a:spLocks noGrp="1"/>
          </p:cNvSpPr>
          <p:nvPr>
            <p:ph type="body" sz="quarter" idx="34" hasCustomPrompt="1"/>
          </p:nvPr>
        </p:nvSpPr>
        <p:spPr>
          <a:xfrm>
            <a:off x="609600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12" name="Espace réservé du texte 6">
            <a:extLst>
              <a:ext uri="{FF2B5EF4-FFF2-40B4-BE49-F238E27FC236}">
                <a16:creationId xmlns:a16="http://schemas.microsoft.com/office/drawing/2014/main" id="{57B2E16C-DF8E-2936-EB74-866618907DDB}"/>
              </a:ext>
            </a:extLst>
          </p:cNvPr>
          <p:cNvSpPr>
            <a:spLocks noGrp="1"/>
          </p:cNvSpPr>
          <p:nvPr>
            <p:ph type="body" sz="quarter" idx="35" hasCustomPrompt="1"/>
          </p:nvPr>
        </p:nvSpPr>
        <p:spPr>
          <a:xfrm>
            <a:off x="9132710" y="3151444"/>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14" name="Straight Connector 3">
            <a:extLst>
              <a:ext uri="{FF2B5EF4-FFF2-40B4-BE49-F238E27FC236}">
                <a16:creationId xmlns:a16="http://schemas.microsoft.com/office/drawing/2014/main" id="{CD826588-B48D-512B-9392-69EC9D1DFA16}"/>
              </a:ext>
            </a:extLst>
          </p:cNvPr>
          <p:cNvCxnSpPr>
            <a:cxnSpLocks/>
          </p:cNvCxnSpPr>
          <p:nvPr userDrawn="1"/>
        </p:nvCxnSpPr>
        <p:spPr>
          <a:xfrm>
            <a:off x="9132710" y="3629873"/>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Espace réservé du texte 6">
            <a:extLst>
              <a:ext uri="{FF2B5EF4-FFF2-40B4-BE49-F238E27FC236}">
                <a16:creationId xmlns:a16="http://schemas.microsoft.com/office/drawing/2014/main" id="{CBB29AF7-F9F1-8A16-6B8C-446C198C0B16}"/>
              </a:ext>
            </a:extLst>
          </p:cNvPr>
          <p:cNvSpPr>
            <a:spLocks noGrp="1"/>
          </p:cNvSpPr>
          <p:nvPr>
            <p:ph type="body" sz="quarter" idx="36" hasCustomPrompt="1"/>
          </p:nvPr>
        </p:nvSpPr>
        <p:spPr>
          <a:xfrm>
            <a:off x="913271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Tree>
    <p:extLst>
      <p:ext uri="{BB962C8B-B14F-4D97-AF65-F5344CB8AC3E}">
        <p14:creationId xmlns:p14="http://schemas.microsoft.com/office/powerpoint/2010/main" val="19265449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 énoncé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tx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272605"/>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
        <p:nvSpPr>
          <p:cNvPr id="3" name="Espace réservé du texte 6">
            <a:extLst>
              <a:ext uri="{FF2B5EF4-FFF2-40B4-BE49-F238E27FC236}">
                <a16:creationId xmlns:a16="http://schemas.microsoft.com/office/drawing/2014/main" id="{E68E5B56-3BA9-7A3F-AF68-CDBECF253F96}"/>
              </a:ext>
            </a:extLst>
          </p:cNvPr>
          <p:cNvSpPr>
            <a:spLocks noGrp="1"/>
          </p:cNvSpPr>
          <p:nvPr>
            <p:ph type="body" sz="quarter" idx="31" hasCustomPrompt="1"/>
          </p:nvPr>
        </p:nvSpPr>
        <p:spPr>
          <a:xfrm>
            <a:off x="9132710" y="1272605"/>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6" name="Espace réservé du texte 6">
            <a:extLst>
              <a:ext uri="{FF2B5EF4-FFF2-40B4-BE49-F238E27FC236}">
                <a16:creationId xmlns:a16="http://schemas.microsoft.com/office/drawing/2014/main" id="{15701E49-8028-B076-84EE-3E31473C26D8}"/>
              </a:ext>
            </a:extLst>
          </p:cNvPr>
          <p:cNvSpPr>
            <a:spLocks noGrp="1"/>
          </p:cNvSpPr>
          <p:nvPr>
            <p:ph type="body" sz="quarter" idx="32" hasCustomPrompt="1"/>
          </p:nvPr>
        </p:nvSpPr>
        <p:spPr>
          <a:xfrm>
            <a:off x="913271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8" name="Espace réservé du texte 6">
            <a:extLst>
              <a:ext uri="{FF2B5EF4-FFF2-40B4-BE49-F238E27FC236}">
                <a16:creationId xmlns:a16="http://schemas.microsoft.com/office/drawing/2014/main" id="{BE2DB609-51E9-3F1F-6021-58BDB2269292}"/>
              </a:ext>
            </a:extLst>
          </p:cNvPr>
          <p:cNvSpPr>
            <a:spLocks noGrp="1"/>
          </p:cNvSpPr>
          <p:nvPr>
            <p:ph type="body" sz="quarter" idx="33" hasCustomPrompt="1"/>
          </p:nvPr>
        </p:nvSpPr>
        <p:spPr>
          <a:xfrm>
            <a:off x="6096000" y="3151444"/>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1" name="Espace réservé du texte 6">
            <a:extLst>
              <a:ext uri="{FF2B5EF4-FFF2-40B4-BE49-F238E27FC236}">
                <a16:creationId xmlns:a16="http://schemas.microsoft.com/office/drawing/2014/main" id="{A452A9C0-C06E-CA98-F5DC-BAD0F94A73CB}"/>
              </a:ext>
            </a:extLst>
          </p:cNvPr>
          <p:cNvSpPr>
            <a:spLocks noGrp="1"/>
          </p:cNvSpPr>
          <p:nvPr>
            <p:ph type="body" sz="quarter" idx="34" hasCustomPrompt="1"/>
          </p:nvPr>
        </p:nvSpPr>
        <p:spPr>
          <a:xfrm>
            <a:off x="609600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12" name="Espace réservé du texte 6">
            <a:extLst>
              <a:ext uri="{FF2B5EF4-FFF2-40B4-BE49-F238E27FC236}">
                <a16:creationId xmlns:a16="http://schemas.microsoft.com/office/drawing/2014/main" id="{57B2E16C-DF8E-2936-EB74-866618907DDB}"/>
              </a:ext>
            </a:extLst>
          </p:cNvPr>
          <p:cNvSpPr>
            <a:spLocks noGrp="1"/>
          </p:cNvSpPr>
          <p:nvPr>
            <p:ph type="body" sz="quarter" idx="35" hasCustomPrompt="1"/>
          </p:nvPr>
        </p:nvSpPr>
        <p:spPr>
          <a:xfrm>
            <a:off x="9132710" y="3151444"/>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5" name="Espace réservé du texte 6">
            <a:extLst>
              <a:ext uri="{FF2B5EF4-FFF2-40B4-BE49-F238E27FC236}">
                <a16:creationId xmlns:a16="http://schemas.microsoft.com/office/drawing/2014/main" id="{CBB29AF7-F9F1-8A16-6B8C-446C198C0B16}"/>
              </a:ext>
            </a:extLst>
          </p:cNvPr>
          <p:cNvSpPr>
            <a:spLocks noGrp="1"/>
          </p:cNvSpPr>
          <p:nvPr>
            <p:ph type="body" sz="quarter" idx="36" hasCustomPrompt="1"/>
          </p:nvPr>
        </p:nvSpPr>
        <p:spPr>
          <a:xfrm>
            <a:off x="913271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Tree>
    <p:extLst>
      <p:ext uri="{BB962C8B-B14F-4D97-AF65-F5344CB8AC3E}">
        <p14:creationId xmlns:p14="http://schemas.microsoft.com/office/powerpoint/2010/main" val="35748308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énoncés avec sous-titres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8" y="1300007"/>
            <a:ext cx="5580062"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2906951"/>
            <a:ext cx="5580062"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270028"/>
            <a:ext cx="5580062" cy="523220"/>
          </a:xfrm>
        </p:spPr>
        <p:txBody>
          <a:bodyPr>
            <a:spAutoFit/>
          </a:bodyPr>
          <a:lstStyle>
            <a:lvl1pPr marL="0" indent="0" algn="ctr">
              <a:buNone/>
              <a:defRPr sz="2800" b="0">
                <a:solidFill>
                  <a:schemeClr val="accent1"/>
                </a:solidFill>
                <a:latin typeface="Premier Tech Title" pitchFamily="2" charset="0"/>
                <a:ea typeface="Premier Tech Title" pitchFamily="2" charset="0"/>
              </a:defRPr>
            </a:lvl1pPr>
          </a:lstStyle>
          <a:p>
            <a:pPr lvl="0"/>
            <a:r>
              <a:rPr lang="fr-CA"/>
              <a:t>Sous-titre</a:t>
            </a:r>
            <a:endParaRPr lang="en-CA"/>
          </a:p>
        </p:txBody>
      </p:sp>
      <p:sp>
        <p:nvSpPr>
          <p:cNvPr id="2" name="Espace réservé du numéro de diapositive 1">
            <a:extLst>
              <a:ext uri="{FF2B5EF4-FFF2-40B4-BE49-F238E27FC236}">
                <a16:creationId xmlns:a16="http://schemas.microsoft.com/office/drawing/2014/main" id="{ED976940-8A43-7ADF-8847-39978B3E0659}"/>
              </a:ext>
            </a:extLst>
          </p:cNvPr>
          <p:cNvSpPr>
            <a:spLocks noGrp="1"/>
          </p:cNvSpPr>
          <p:nvPr>
            <p:ph type="sldNum" sz="quarter" idx="17"/>
          </p:nvPr>
        </p:nvSpPr>
        <p:spPr/>
        <p:txBody>
          <a:bodyPr/>
          <a:lstStyle/>
          <a:p>
            <a:fld id="{F92A825C-7D5F-481B-AA5B-BCFEF2C47763}" type="slidenum">
              <a:rPr lang="en-CA" smtClean="0"/>
              <a:pPr/>
              <a:t>‹N°›</a:t>
            </a:fld>
            <a:endParaRPr lang="en-CA"/>
          </a:p>
        </p:txBody>
      </p:sp>
      <p:sp>
        <p:nvSpPr>
          <p:cNvPr id="10" name="Espace réservé du texte 6">
            <a:extLst>
              <a:ext uri="{FF2B5EF4-FFF2-40B4-BE49-F238E27FC236}">
                <a16:creationId xmlns:a16="http://schemas.microsoft.com/office/drawing/2014/main" id="{5A20B918-C129-13FD-303C-1F5552348026}"/>
              </a:ext>
            </a:extLst>
          </p:cNvPr>
          <p:cNvSpPr>
            <a:spLocks noGrp="1"/>
          </p:cNvSpPr>
          <p:nvPr>
            <p:ph type="body" sz="quarter" idx="18" hasCustomPrompt="1"/>
          </p:nvPr>
        </p:nvSpPr>
        <p:spPr>
          <a:xfrm>
            <a:off x="515938" y="4686833"/>
            <a:ext cx="5580062"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1" name="Espace réservé du texte 6">
            <a:extLst>
              <a:ext uri="{FF2B5EF4-FFF2-40B4-BE49-F238E27FC236}">
                <a16:creationId xmlns:a16="http://schemas.microsoft.com/office/drawing/2014/main" id="{7EA7A32D-3AA4-A3FF-45EE-8E87058DD0FC}"/>
              </a:ext>
            </a:extLst>
          </p:cNvPr>
          <p:cNvSpPr>
            <a:spLocks noGrp="1"/>
          </p:cNvSpPr>
          <p:nvPr>
            <p:ph type="body" sz="quarter" idx="19" hasCustomPrompt="1"/>
          </p:nvPr>
        </p:nvSpPr>
        <p:spPr>
          <a:xfrm>
            <a:off x="515938" y="4049910"/>
            <a:ext cx="5580062" cy="523220"/>
          </a:xfrm>
        </p:spPr>
        <p:txBody>
          <a:bodyPr>
            <a:spAutoFit/>
          </a:bodyPr>
          <a:lstStyle>
            <a:lvl1pPr marL="0" indent="0" algn="ctr">
              <a:buNone/>
              <a:defRPr sz="2800" b="0">
                <a:solidFill>
                  <a:schemeClr val="accent1"/>
                </a:solidFill>
                <a:latin typeface="Premier Tech Title" pitchFamily="2" charset="0"/>
                <a:ea typeface="Premier Tech Title" pitchFamily="2" charset="0"/>
              </a:defRPr>
            </a:lvl1pPr>
          </a:lstStyle>
          <a:p>
            <a:pPr lvl="0"/>
            <a:r>
              <a:rPr lang="fr-CA"/>
              <a:t>Sous-titre</a:t>
            </a:r>
            <a:endParaRPr lang="en-CA"/>
          </a:p>
        </p:txBody>
      </p:sp>
    </p:spTree>
    <p:extLst>
      <p:ext uri="{BB962C8B-B14F-4D97-AF65-F5344CB8AC3E}">
        <p14:creationId xmlns:p14="http://schemas.microsoft.com/office/powerpoint/2010/main" val="23247492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Énoncé avec titre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2748468"/>
            <a:ext cx="5580061"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9" y="3733908"/>
            <a:ext cx="5580061"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2228525"/>
            <a:ext cx="5580061" cy="369332"/>
          </a:xfrm>
        </p:spPr>
        <p:txBody>
          <a:bodyPr wrap="square">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
        <p:nvSpPr>
          <p:cNvPr id="2" name="Espace réservé du numéro de diapositive 1">
            <a:extLst>
              <a:ext uri="{FF2B5EF4-FFF2-40B4-BE49-F238E27FC236}">
                <a16:creationId xmlns:a16="http://schemas.microsoft.com/office/drawing/2014/main" id="{BB7FBF0A-8640-81E1-4BDB-1BAF10B647FE}"/>
              </a:ext>
            </a:extLst>
          </p:cNvPr>
          <p:cNvSpPr>
            <a:spLocks noGrp="1"/>
          </p:cNvSpPr>
          <p:nvPr>
            <p:ph type="sldNum" sz="quarter" idx="15"/>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3884306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iste avec titre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2516276"/>
            <a:ext cx="5580061" cy="769441"/>
          </a:xfrm>
        </p:spPr>
        <p:txBody>
          <a:bodyPr wrap="square">
            <a:spAutoFit/>
          </a:bodyPr>
          <a:lstStyle>
            <a:lvl1pPr algn="l">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9" y="3501716"/>
            <a:ext cx="5580061" cy="1323439"/>
          </a:xfrm>
        </p:spPr>
        <p:txBody>
          <a:bodyPr wrap="square">
            <a:spAutoFit/>
          </a:bodyPr>
          <a:lstStyle>
            <a:lvl1pPr marL="342900" indent="-166688" algn="l">
              <a:buFont typeface="Arial" panose="020B0604020202020204" pitchFamily="34" charset="0"/>
              <a:buChar char="•"/>
              <a:defRPr sz="2000"/>
            </a:lvl1pPr>
          </a:lstStyle>
          <a:p>
            <a:pPr lvl="0"/>
            <a:r>
              <a:rPr lang="fr-FR"/>
              <a:t>Point 1</a:t>
            </a:r>
          </a:p>
          <a:p>
            <a:pPr lvl="0"/>
            <a:r>
              <a:rPr lang="fr-FR"/>
              <a:t>Point 2</a:t>
            </a:r>
          </a:p>
          <a:p>
            <a:pPr lvl="0"/>
            <a:r>
              <a:rPr lang="fr-FR"/>
              <a:t>Point 3</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996333"/>
            <a:ext cx="5580061" cy="369332"/>
          </a:xfrm>
        </p:spPr>
        <p:txBody>
          <a:bodyPr wrap="square">
            <a:spAutoFit/>
          </a:bodyPr>
          <a:lstStyle>
            <a:lvl1pPr marL="0" indent="0" algn="l">
              <a:buNone/>
              <a:defRPr sz="1800">
                <a:solidFill>
                  <a:schemeClr val="accent6"/>
                </a:solidFill>
                <a:latin typeface="Premier Tech Title" pitchFamily="2" charset="0"/>
                <a:ea typeface="Premier Tech Title" pitchFamily="2" charset="0"/>
              </a:defRPr>
            </a:lvl1pPr>
          </a:lstStyle>
          <a:p>
            <a:pPr lvl="0"/>
            <a:r>
              <a:rPr lang="fr-FR"/>
              <a:t>Titre de section</a:t>
            </a:r>
          </a:p>
        </p:txBody>
      </p:sp>
      <p:sp>
        <p:nvSpPr>
          <p:cNvPr id="2" name="Espace réservé du numéro de diapositive 1">
            <a:extLst>
              <a:ext uri="{FF2B5EF4-FFF2-40B4-BE49-F238E27FC236}">
                <a16:creationId xmlns:a16="http://schemas.microsoft.com/office/drawing/2014/main" id="{E260B07B-F4C8-64D1-018F-D9C45A9B48A7}"/>
              </a:ext>
            </a:extLst>
          </p:cNvPr>
          <p:cNvSpPr>
            <a:spLocks noGrp="1"/>
          </p:cNvSpPr>
          <p:nvPr>
            <p:ph type="sldNum" sz="quarter" idx="15"/>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0166330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énoncés avec sous-titres et ligne gris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594687"/>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4" name="Espace réservé du texte 6">
            <a:extLst>
              <a:ext uri="{FF2B5EF4-FFF2-40B4-BE49-F238E27FC236}">
                <a16:creationId xmlns:a16="http://schemas.microsoft.com/office/drawing/2014/main" id="{D9100D9D-2EC0-01B6-0F18-F5180DC1E318}"/>
              </a:ext>
            </a:extLst>
          </p:cNvPr>
          <p:cNvSpPr>
            <a:spLocks noGrp="1"/>
          </p:cNvSpPr>
          <p:nvPr>
            <p:ph type="body" sz="quarter" idx="17" hasCustomPrompt="1"/>
          </p:nvPr>
        </p:nvSpPr>
        <p:spPr>
          <a:xfrm>
            <a:off x="6274392"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cxnSp>
        <p:nvCxnSpPr>
          <p:cNvPr id="9" name="Straight Connector 3">
            <a:extLst>
              <a:ext uri="{FF2B5EF4-FFF2-40B4-BE49-F238E27FC236}">
                <a16:creationId xmlns:a16="http://schemas.microsoft.com/office/drawing/2014/main" id="{4A3E038C-C873-2F7E-B8E3-131ACD7B70E2}"/>
              </a:ext>
            </a:extLst>
          </p:cNvPr>
          <p:cNvCxnSpPr>
            <a:cxnSpLocks/>
          </p:cNvCxnSpPr>
          <p:nvPr userDrawn="1"/>
        </p:nvCxnSpPr>
        <p:spPr>
          <a:xfrm>
            <a:off x="6096000" y="2694990"/>
            <a:ext cx="0" cy="1507371"/>
          </a:xfrm>
          <a:prstGeom prst="line">
            <a:avLst/>
          </a:prstGeom>
          <a:ln w="15875">
            <a:solidFill>
              <a:schemeClr val="tx1">
                <a:alpha val="40000"/>
              </a:schemeClr>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6">
            <a:extLst>
              <a:ext uri="{FF2B5EF4-FFF2-40B4-BE49-F238E27FC236}">
                <a16:creationId xmlns:a16="http://schemas.microsoft.com/office/drawing/2014/main" id="{E0DB116F-6D03-68DE-A8AA-DC7D6B941CF1}"/>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5484356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énoncés avec sous-titres et ligne ble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594687"/>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4" name="Espace réservé du texte 6">
            <a:extLst>
              <a:ext uri="{FF2B5EF4-FFF2-40B4-BE49-F238E27FC236}">
                <a16:creationId xmlns:a16="http://schemas.microsoft.com/office/drawing/2014/main" id="{D9100D9D-2EC0-01B6-0F18-F5180DC1E318}"/>
              </a:ext>
            </a:extLst>
          </p:cNvPr>
          <p:cNvSpPr>
            <a:spLocks noGrp="1"/>
          </p:cNvSpPr>
          <p:nvPr>
            <p:ph type="body" sz="quarter" idx="17" hasCustomPrompt="1"/>
          </p:nvPr>
        </p:nvSpPr>
        <p:spPr>
          <a:xfrm>
            <a:off x="6274392"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cxnSp>
        <p:nvCxnSpPr>
          <p:cNvPr id="9" name="Straight Connector 3">
            <a:extLst>
              <a:ext uri="{FF2B5EF4-FFF2-40B4-BE49-F238E27FC236}">
                <a16:creationId xmlns:a16="http://schemas.microsoft.com/office/drawing/2014/main" id="{4A3E038C-C873-2F7E-B8E3-131ACD7B70E2}"/>
              </a:ext>
            </a:extLst>
          </p:cNvPr>
          <p:cNvCxnSpPr>
            <a:cxnSpLocks/>
          </p:cNvCxnSpPr>
          <p:nvPr userDrawn="1"/>
        </p:nvCxnSpPr>
        <p:spPr>
          <a:xfrm>
            <a:off x="6096000" y="2694990"/>
            <a:ext cx="0" cy="1507371"/>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6">
            <a:extLst>
              <a:ext uri="{FF2B5EF4-FFF2-40B4-BE49-F238E27FC236}">
                <a16:creationId xmlns:a16="http://schemas.microsoft.com/office/drawing/2014/main" id="{E0DB116F-6D03-68DE-A8AA-DC7D6B941CF1}"/>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9686395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énoncés avec titre et ligne gris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1677312"/>
            <a:ext cx="11160124"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8"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157369"/>
            <a:ext cx="11160124" cy="369332"/>
          </a:xfrm>
        </p:spPr>
        <p:txBody>
          <a:bodyPr wrap="square">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
        <p:nvSpPr>
          <p:cNvPr id="2" name="Espace réservé du texte 3">
            <a:extLst>
              <a:ext uri="{FF2B5EF4-FFF2-40B4-BE49-F238E27FC236}">
                <a16:creationId xmlns:a16="http://schemas.microsoft.com/office/drawing/2014/main" id="{86FB589B-7056-AA12-2DB1-F80F244BF9D7}"/>
              </a:ext>
            </a:extLst>
          </p:cNvPr>
          <p:cNvSpPr>
            <a:spLocks noGrp="1"/>
          </p:cNvSpPr>
          <p:nvPr>
            <p:ph type="body" sz="quarter" idx="15" hasCustomPrompt="1"/>
          </p:nvPr>
        </p:nvSpPr>
        <p:spPr>
          <a:xfrm>
            <a:off x="6275732"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cxnSp>
        <p:nvCxnSpPr>
          <p:cNvPr id="4" name="Straight Connector 3">
            <a:extLst>
              <a:ext uri="{FF2B5EF4-FFF2-40B4-BE49-F238E27FC236}">
                <a16:creationId xmlns:a16="http://schemas.microsoft.com/office/drawing/2014/main" id="{5046871D-6A76-E6A0-CC12-19D0B5A5ED79}"/>
              </a:ext>
            </a:extLst>
          </p:cNvPr>
          <p:cNvCxnSpPr>
            <a:cxnSpLocks/>
          </p:cNvCxnSpPr>
          <p:nvPr userDrawn="1"/>
        </p:nvCxnSpPr>
        <p:spPr>
          <a:xfrm>
            <a:off x="6096000" y="2789353"/>
            <a:ext cx="0" cy="861774"/>
          </a:xfrm>
          <a:prstGeom prst="line">
            <a:avLst/>
          </a:prstGeom>
          <a:ln w="15875">
            <a:solidFill>
              <a:schemeClr val="tx2">
                <a:alpha val="40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numéro de diapositive 8">
            <a:extLst>
              <a:ext uri="{FF2B5EF4-FFF2-40B4-BE49-F238E27FC236}">
                <a16:creationId xmlns:a16="http://schemas.microsoft.com/office/drawing/2014/main" id="{A5FB66F5-9004-812B-0D2E-699991BA0869}"/>
              </a:ext>
            </a:extLst>
          </p:cNvPr>
          <p:cNvSpPr>
            <a:spLocks noGrp="1"/>
          </p:cNvSpPr>
          <p:nvPr>
            <p:ph type="sldNum" sz="quarter" idx="16"/>
          </p:nvPr>
        </p:nvSpPr>
        <p:spPr>
          <a:xfrm>
            <a:off x="11762571" y="6549623"/>
            <a:ext cx="237341" cy="180425"/>
          </a:xfrm>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4891844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énoncés avec titre et ligne bleu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1677312"/>
            <a:ext cx="11160124"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8"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157369"/>
            <a:ext cx="11160124" cy="369332"/>
          </a:xfrm>
        </p:spPr>
        <p:txBody>
          <a:bodyPr wrap="square">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
        <p:nvSpPr>
          <p:cNvPr id="2" name="Espace réservé du texte 3">
            <a:extLst>
              <a:ext uri="{FF2B5EF4-FFF2-40B4-BE49-F238E27FC236}">
                <a16:creationId xmlns:a16="http://schemas.microsoft.com/office/drawing/2014/main" id="{86FB589B-7056-AA12-2DB1-F80F244BF9D7}"/>
              </a:ext>
            </a:extLst>
          </p:cNvPr>
          <p:cNvSpPr>
            <a:spLocks noGrp="1"/>
          </p:cNvSpPr>
          <p:nvPr>
            <p:ph type="body" sz="quarter" idx="15" hasCustomPrompt="1"/>
          </p:nvPr>
        </p:nvSpPr>
        <p:spPr>
          <a:xfrm>
            <a:off x="6275732"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cxnSp>
        <p:nvCxnSpPr>
          <p:cNvPr id="4" name="Straight Connector 3">
            <a:extLst>
              <a:ext uri="{FF2B5EF4-FFF2-40B4-BE49-F238E27FC236}">
                <a16:creationId xmlns:a16="http://schemas.microsoft.com/office/drawing/2014/main" id="{5046871D-6A76-E6A0-CC12-19D0B5A5ED79}"/>
              </a:ext>
            </a:extLst>
          </p:cNvPr>
          <p:cNvCxnSpPr>
            <a:cxnSpLocks/>
          </p:cNvCxnSpPr>
          <p:nvPr userDrawn="1"/>
        </p:nvCxnSpPr>
        <p:spPr>
          <a:xfrm>
            <a:off x="6096000" y="2789353"/>
            <a:ext cx="0" cy="86177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Espace réservé du numéro de diapositive 8">
            <a:extLst>
              <a:ext uri="{FF2B5EF4-FFF2-40B4-BE49-F238E27FC236}">
                <a16:creationId xmlns:a16="http://schemas.microsoft.com/office/drawing/2014/main" id="{A5FB66F5-9004-812B-0D2E-699991BA0869}"/>
              </a:ext>
            </a:extLst>
          </p:cNvPr>
          <p:cNvSpPr>
            <a:spLocks noGrp="1"/>
          </p:cNvSpPr>
          <p:nvPr>
            <p:ph type="sldNum" sz="quarter" idx="16"/>
          </p:nvPr>
        </p:nvSpPr>
        <p:spPr>
          <a:xfrm>
            <a:off x="11762571" y="6549623"/>
            <a:ext cx="237341" cy="180425"/>
          </a:xfrm>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1863764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 listes avec sous-titres et ligne gris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240901"/>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7" y="3010610"/>
            <a:ext cx="5400000" cy="1323439"/>
          </a:xfrm>
        </p:spPr>
        <p:txBody>
          <a:bodyPr>
            <a:spAutoFit/>
          </a:bodyPr>
          <a:lstStyle>
            <a:lvl1pPr marL="180975" indent="0" algn="ctr">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7"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2" name="Espace réservé du texte 6">
            <a:extLst>
              <a:ext uri="{FF2B5EF4-FFF2-40B4-BE49-F238E27FC236}">
                <a16:creationId xmlns:a16="http://schemas.microsoft.com/office/drawing/2014/main" id="{6D9D417E-C6B6-0118-5553-2A229DCAE610}"/>
              </a:ext>
            </a:extLst>
          </p:cNvPr>
          <p:cNvSpPr>
            <a:spLocks noGrp="1"/>
          </p:cNvSpPr>
          <p:nvPr>
            <p:ph type="body" sz="quarter" idx="19" hasCustomPrompt="1"/>
          </p:nvPr>
        </p:nvSpPr>
        <p:spPr>
          <a:xfrm>
            <a:off x="6271043" y="3010610"/>
            <a:ext cx="5400000" cy="1323439"/>
          </a:xfrm>
        </p:spPr>
        <p:txBody>
          <a:bodyPr>
            <a:spAutoFit/>
          </a:bodyPr>
          <a:lstStyle>
            <a:lvl1pPr marL="180975" indent="0" algn="ctr">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cxnSp>
        <p:nvCxnSpPr>
          <p:cNvPr id="4" name="Straight Connector 3">
            <a:extLst>
              <a:ext uri="{FF2B5EF4-FFF2-40B4-BE49-F238E27FC236}">
                <a16:creationId xmlns:a16="http://schemas.microsoft.com/office/drawing/2014/main" id="{F327A580-DC0A-113D-A74F-FF600F739314}"/>
              </a:ext>
            </a:extLst>
          </p:cNvPr>
          <p:cNvCxnSpPr>
            <a:cxnSpLocks/>
          </p:cNvCxnSpPr>
          <p:nvPr userDrawn="1"/>
        </p:nvCxnSpPr>
        <p:spPr>
          <a:xfrm>
            <a:off x="6096000" y="2343765"/>
            <a:ext cx="0" cy="1990284"/>
          </a:xfrm>
          <a:prstGeom prst="line">
            <a:avLst/>
          </a:prstGeom>
          <a:ln w="15875">
            <a:solidFill>
              <a:schemeClr val="tx1">
                <a:alpha val="40000"/>
              </a:schemeClr>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7">
            <a:extLst>
              <a:ext uri="{FF2B5EF4-FFF2-40B4-BE49-F238E27FC236}">
                <a16:creationId xmlns:a16="http://schemas.microsoft.com/office/drawing/2014/main" id="{D88BC96A-EBC4-ECEB-6909-4E0283589598}"/>
              </a:ext>
            </a:extLst>
          </p:cNvPr>
          <p:cNvSpPr>
            <a:spLocks noGrp="1"/>
          </p:cNvSpPr>
          <p:nvPr>
            <p:ph type="sldNum" sz="quarter" idx="2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79103426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listes avec sous-titres et ligne ble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240901"/>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7" y="3010610"/>
            <a:ext cx="5400000" cy="1323439"/>
          </a:xfrm>
        </p:spPr>
        <p:txBody>
          <a:bodyPr>
            <a:spAutoFit/>
          </a:bodyPr>
          <a:lstStyle>
            <a:lvl1pPr marL="180975" indent="0" algn="ctr">
              <a:spcBef>
                <a:spcPts val="600"/>
              </a:spcBef>
              <a:spcAft>
                <a:spcPts val="600"/>
              </a:spcAft>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7"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2" name="Espace réservé du texte 6">
            <a:extLst>
              <a:ext uri="{FF2B5EF4-FFF2-40B4-BE49-F238E27FC236}">
                <a16:creationId xmlns:a16="http://schemas.microsoft.com/office/drawing/2014/main" id="{6D9D417E-C6B6-0118-5553-2A229DCAE610}"/>
              </a:ext>
            </a:extLst>
          </p:cNvPr>
          <p:cNvSpPr>
            <a:spLocks noGrp="1"/>
          </p:cNvSpPr>
          <p:nvPr>
            <p:ph type="body" sz="quarter" idx="19" hasCustomPrompt="1"/>
          </p:nvPr>
        </p:nvSpPr>
        <p:spPr>
          <a:xfrm>
            <a:off x="6271043" y="3010610"/>
            <a:ext cx="5400000" cy="1323439"/>
          </a:xfrm>
        </p:spPr>
        <p:txBody>
          <a:bodyPr>
            <a:spAutoFit/>
          </a:bodyPr>
          <a:lstStyle>
            <a:lvl1pPr marL="180975" indent="0" algn="ctr">
              <a:spcBef>
                <a:spcPts val="600"/>
              </a:spcBef>
              <a:spcAft>
                <a:spcPts val="600"/>
              </a:spcAft>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cxnSp>
        <p:nvCxnSpPr>
          <p:cNvPr id="4" name="Straight Connector 3">
            <a:extLst>
              <a:ext uri="{FF2B5EF4-FFF2-40B4-BE49-F238E27FC236}">
                <a16:creationId xmlns:a16="http://schemas.microsoft.com/office/drawing/2014/main" id="{F327A580-DC0A-113D-A74F-FF600F739314}"/>
              </a:ext>
            </a:extLst>
          </p:cNvPr>
          <p:cNvCxnSpPr>
            <a:cxnSpLocks/>
          </p:cNvCxnSpPr>
          <p:nvPr userDrawn="1"/>
        </p:nvCxnSpPr>
        <p:spPr>
          <a:xfrm>
            <a:off x="6096000" y="2343765"/>
            <a:ext cx="0" cy="199028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7">
            <a:extLst>
              <a:ext uri="{FF2B5EF4-FFF2-40B4-BE49-F238E27FC236}">
                <a16:creationId xmlns:a16="http://schemas.microsoft.com/office/drawing/2014/main" id="{D88BC96A-EBC4-ECEB-6909-4E0283589598}"/>
              </a:ext>
            </a:extLst>
          </p:cNvPr>
          <p:cNvSpPr>
            <a:spLocks noGrp="1"/>
          </p:cNvSpPr>
          <p:nvPr>
            <p:ph type="sldNum" sz="quarter" idx="2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09762903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01A506-4F2A-4985-BD40-60D02598C762}"/>
              </a:ext>
            </a:extLst>
          </p:cNvPr>
          <p:cNvSpPr>
            <a:spLocks noGrp="1"/>
          </p:cNvSpPr>
          <p:nvPr>
            <p:ph type="body" sz="quarter" idx="10" hasCustomPrompt="1"/>
          </p:nvPr>
        </p:nvSpPr>
        <p:spPr>
          <a:xfrm>
            <a:off x="515938" y="1739804"/>
            <a:ext cx="8452963" cy="1600438"/>
          </a:xfrm>
        </p:spPr>
        <p:txBody>
          <a:bodyPr wrap="square">
            <a:spAutoFit/>
          </a:bodyPr>
          <a:lstStyle>
            <a:lvl1pPr marL="0" marR="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sz="4400">
                <a:latin typeface="+mj-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FR"/>
              <a:t>« Citation </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FR"/>
              <a:t>»</a:t>
            </a:r>
            <a:endParaRPr lang="en-US"/>
          </a:p>
        </p:txBody>
      </p:sp>
      <p:sp>
        <p:nvSpPr>
          <p:cNvPr id="8" name="Espace réservé du texte 3">
            <a:extLst>
              <a:ext uri="{FF2B5EF4-FFF2-40B4-BE49-F238E27FC236}">
                <a16:creationId xmlns:a16="http://schemas.microsoft.com/office/drawing/2014/main" id="{0D3FBA90-CFC4-4D9B-83D1-37F39223ED1E}"/>
              </a:ext>
            </a:extLst>
          </p:cNvPr>
          <p:cNvSpPr>
            <a:spLocks noGrp="1"/>
          </p:cNvSpPr>
          <p:nvPr>
            <p:ph type="body" sz="half" idx="18" hasCustomPrompt="1"/>
          </p:nvPr>
        </p:nvSpPr>
        <p:spPr>
          <a:xfrm>
            <a:off x="515937" y="3414636"/>
            <a:ext cx="8452963" cy="646331"/>
          </a:xfrm>
        </p:spPr>
        <p:txBody>
          <a:bodyPr wrap="square">
            <a:spAutoFit/>
          </a:bodyPr>
          <a:lstStyle>
            <a:lvl1pPr marL="0" indent="0">
              <a:spcBef>
                <a:spcPts val="0"/>
              </a:spcBef>
              <a:buNone/>
              <a:defRPr sz="1800" b="0">
                <a:solidFill>
                  <a:schemeClr val="accent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Nom de la </a:t>
            </a:r>
            <a:r>
              <a:rPr lang="en-US" err="1"/>
              <a:t>personne</a:t>
            </a:r>
            <a:r>
              <a:rPr lang="en-US"/>
              <a:t> </a:t>
            </a:r>
            <a:r>
              <a:rPr lang="en-US" err="1"/>
              <a:t>citée</a:t>
            </a:r>
            <a:endParaRPr lang="en-US"/>
          </a:p>
          <a:p>
            <a:pPr lvl="0"/>
            <a:r>
              <a:rPr lang="en-US" err="1"/>
              <a:t>Autre</a:t>
            </a:r>
            <a:r>
              <a:rPr lang="en-US"/>
              <a:t> information au </a:t>
            </a:r>
            <a:r>
              <a:rPr lang="en-US" err="1"/>
              <a:t>besoin</a:t>
            </a:r>
            <a:r>
              <a:rPr lang="en-US"/>
              <a:t> </a:t>
            </a:r>
          </a:p>
        </p:txBody>
      </p:sp>
      <p:sp>
        <p:nvSpPr>
          <p:cNvPr id="2" name="Espace réservé du numéro de diapositive 1">
            <a:extLst>
              <a:ext uri="{FF2B5EF4-FFF2-40B4-BE49-F238E27FC236}">
                <a16:creationId xmlns:a16="http://schemas.microsoft.com/office/drawing/2014/main" id="{A74E034F-42E3-B877-D7E3-44FD1DADB2F3}"/>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0308865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re &amp; Espace pour tableau ou graphiq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44E387A-E12C-7449-9D9F-EFBEEC121A95}"/>
              </a:ext>
            </a:extLst>
          </p:cNvPr>
          <p:cNvSpPr>
            <a:spLocks noGrp="1"/>
          </p:cNvSpPr>
          <p:nvPr>
            <p:ph type="title" hasCustomPrompt="1"/>
          </p:nvPr>
        </p:nvSpPr>
        <p:spPr/>
        <p:txBody>
          <a:bodyPr>
            <a:spAutoFit/>
          </a:bodyPr>
          <a:lstStyle>
            <a:lvl1pPr algn="ctr">
              <a:defRPr/>
            </a:lvl1pPr>
          </a:lstStyle>
          <a:p>
            <a:r>
              <a:rPr lang="fr-FR"/>
              <a:t>Titre</a:t>
            </a:r>
            <a:endParaRPr lang="en-CA"/>
          </a:p>
        </p:txBody>
      </p:sp>
      <p:sp>
        <p:nvSpPr>
          <p:cNvPr id="2" name="Espace réservé du numéro de diapositive 1">
            <a:extLst>
              <a:ext uri="{FF2B5EF4-FFF2-40B4-BE49-F238E27FC236}">
                <a16:creationId xmlns:a16="http://schemas.microsoft.com/office/drawing/2014/main" id="{FBBF4F65-D681-0335-15ED-CD305F00B90F}"/>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0493378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Diapositive vide">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6559E19-DFFF-93ED-C390-3F869FE2BA5C}"/>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4362040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Vidé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D925468-A121-4F09-868C-668510E40B1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3458" t="33458" r="33542" b="33542"/>
          <a:stretch/>
        </p:blipFill>
        <p:spPr>
          <a:xfrm>
            <a:off x="4279618" y="1612618"/>
            <a:ext cx="3632765" cy="3632765"/>
          </a:xfrm>
          <a:prstGeom prst="rect">
            <a:avLst/>
          </a:prstGeom>
        </p:spPr>
      </p:pic>
      <p:sp>
        <p:nvSpPr>
          <p:cNvPr id="3" name="Espace réservé du numéro de diapositive 2">
            <a:extLst>
              <a:ext uri="{FF2B5EF4-FFF2-40B4-BE49-F238E27FC236}">
                <a16:creationId xmlns:a16="http://schemas.microsoft.com/office/drawing/2014/main" id="{02BF0426-4646-B923-9355-D5341A2BBF95}"/>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02123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assion et Technologies pour faire la différenc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1955800"/>
            <a:ext cx="10585450" cy="1938992"/>
          </a:xfrm>
          <a:prstGeom prst="rect">
            <a:avLst/>
          </a:prstGeom>
          <a:noFill/>
        </p:spPr>
        <p:txBody>
          <a:bodyPr wrap="square" rtlCol="0">
            <a:spAutoFit/>
          </a:bodyPr>
          <a:lstStyle/>
          <a:p>
            <a:pPr algn="ctr"/>
            <a:r>
              <a:rPr lang="fr-FR" sz="6000" b="0">
                <a:latin typeface="+mj-lt"/>
              </a:rPr>
              <a:t>Passion et Technologies</a:t>
            </a:r>
            <a:br>
              <a:rPr lang="fr-FR" sz="6000" b="0">
                <a:latin typeface="+mj-lt"/>
              </a:rPr>
            </a:br>
            <a:r>
              <a:rPr lang="fr-FR" sz="6000" b="0">
                <a:latin typeface="+mj-lt"/>
              </a:rPr>
              <a:t>pour faire la différence</a:t>
            </a:r>
            <a:endParaRPr lang="en-CA" sz="6000" b="0">
              <a:latin typeface="+mj-lt"/>
            </a:endParaRPr>
          </a:p>
        </p:txBody>
      </p:sp>
    </p:spTree>
    <p:extLst>
      <p:ext uri="{BB962C8B-B14F-4D97-AF65-F5344CB8AC3E}">
        <p14:creationId xmlns:p14="http://schemas.microsoft.com/office/powerpoint/2010/main" val="10833554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Nourrir, Protéger, Améliore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1651000"/>
            <a:ext cx="10585450" cy="2462213"/>
          </a:xfrm>
          <a:prstGeom prst="rect">
            <a:avLst/>
          </a:prstGeom>
          <a:noFill/>
        </p:spPr>
        <p:txBody>
          <a:bodyPr wrap="square" rtlCol="0">
            <a:spAutoFit/>
          </a:bodyPr>
          <a:lstStyle/>
          <a:p>
            <a:pPr algn="ctr">
              <a:spcBef>
                <a:spcPts val="600"/>
              </a:spcBef>
            </a:pPr>
            <a:r>
              <a:rPr lang="fr-FR" sz="4800" b="0">
                <a:latin typeface="+mj-lt"/>
              </a:rPr>
              <a:t>Nourrir</a:t>
            </a:r>
          </a:p>
          <a:p>
            <a:pPr algn="ctr">
              <a:spcBef>
                <a:spcPts val="600"/>
              </a:spcBef>
            </a:pPr>
            <a:r>
              <a:rPr lang="fr-FR" sz="4800" b="0">
                <a:latin typeface="+mj-lt"/>
              </a:rPr>
              <a:t>Protéger</a:t>
            </a:r>
          </a:p>
          <a:p>
            <a:pPr algn="ctr">
              <a:spcBef>
                <a:spcPts val="600"/>
              </a:spcBef>
            </a:pPr>
            <a:r>
              <a:rPr lang="fr-FR" sz="4800" b="0">
                <a:latin typeface="+mj-lt"/>
              </a:rPr>
              <a:t>Améliorer</a:t>
            </a:r>
            <a:endParaRPr lang="en-CA" sz="4800" b="0">
              <a:latin typeface="+mj-lt"/>
            </a:endParaRPr>
          </a:p>
        </p:txBody>
      </p:sp>
    </p:spTree>
    <p:extLst>
      <p:ext uri="{BB962C8B-B14F-4D97-AF65-F5344CB8AC3E}">
        <p14:creationId xmlns:p14="http://schemas.microsoft.com/office/powerpoint/2010/main" val="23709765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We are PT">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2543175"/>
            <a:ext cx="10585450" cy="1200329"/>
          </a:xfrm>
          <a:prstGeom prst="rect">
            <a:avLst/>
          </a:prstGeom>
          <a:noFill/>
        </p:spPr>
        <p:txBody>
          <a:bodyPr wrap="square" rtlCol="0">
            <a:spAutoFit/>
          </a:bodyPr>
          <a:lstStyle/>
          <a:p>
            <a:pPr algn="ctr"/>
            <a:r>
              <a:rPr lang="en-US" sz="7200" b="0" noProof="0">
                <a:latin typeface="+mj-lt"/>
              </a:rPr>
              <a:t>WE ARE PT</a:t>
            </a:r>
          </a:p>
        </p:txBody>
      </p:sp>
    </p:spTree>
    <p:extLst>
      <p:ext uri="{BB962C8B-B14F-4D97-AF65-F5344CB8AC3E}">
        <p14:creationId xmlns:p14="http://schemas.microsoft.com/office/powerpoint/2010/main" val="24669712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Monogramme PT">
    <p:spTree>
      <p:nvGrpSpPr>
        <p:cNvPr id="1" name=""/>
        <p:cNvGrpSpPr/>
        <p:nvPr/>
      </p:nvGrpSpPr>
      <p:grpSpPr>
        <a:xfrm>
          <a:off x="0" y="0"/>
          <a:ext cx="0" cy="0"/>
          <a:chOff x="0" y="0"/>
          <a:chExt cx="0" cy="0"/>
        </a:xfrm>
      </p:grpSpPr>
      <p:pic>
        <p:nvPicPr>
          <p:cNvPr id="4" name="Graphique 6">
            <a:extLst>
              <a:ext uri="{FF2B5EF4-FFF2-40B4-BE49-F238E27FC236}">
                <a16:creationId xmlns:a16="http://schemas.microsoft.com/office/drawing/2014/main" id="{62D70DDB-9ADE-4CD9-B908-70CD646ACE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08941" y="2182773"/>
            <a:ext cx="2374119" cy="2492455"/>
          </a:xfrm>
          <a:prstGeom prst="rect">
            <a:avLst/>
          </a:prstGeom>
        </p:spPr>
      </p:pic>
    </p:spTree>
    <p:extLst>
      <p:ext uri="{BB962C8B-B14F-4D97-AF65-F5344CB8AC3E}">
        <p14:creationId xmlns:p14="http://schemas.microsoft.com/office/powerpoint/2010/main" val="179117490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re + Espace pour tableau ou graphiq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EB216-B375-43FF-BA59-E73F0935504E}"/>
              </a:ext>
            </a:extLst>
          </p:cNvPr>
          <p:cNvSpPr>
            <a:spLocks noGrp="1"/>
          </p:cNvSpPr>
          <p:nvPr>
            <p:ph type="title" hasCustomPrompt="1"/>
          </p:nvPr>
        </p:nvSpPr>
        <p:spPr>
          <a:xfrm>
            <a:off x="803275" y="883539"/>
            <a:ext cx="10585451" cy="646331"/>
          </a:xfrm>
        </p:spPr>
        <p:txBody>
          <a:bodyPr anchor="ctr">
            <a:spAutoFit/>
          </a:bodyPr>
          <a:lstStyle>
            <a:lvl1pPr>
              <a:defRPr sz="3600" b="1">
                <a:latin typeface="+mn-lt"/>
              </a:defRPr>
            </a:lvl1pPr>
          </a:lstStyle>
          <a:p>
            <a:r>
              <a:rPr lang="en-US"/>
              <a:t>TITRE</a:t>
            </a:r>
            <a:endParaRPr lang="en-CA"/>
          </a:p>
        </p:txBody>
      </p:sp>
    </p:spTree>
    <p:extLst>
      <p:ext uri="{BB962C8B-B14F-4D97-AF65-F5344CB8AC3E}">
        <p14:creationId xmlns:p14="http://schemas.microsoft.com/office/powerpoint/2010/main" val="4853556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uide de text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593616"/>
            <a:ext cx="10579071" cy="4031873"/>
          </a:xfrm>
          <a:prstGeom prst="rect">
            <a:avLst/>
          </a:prstGeom>
          <a:noFill/>
        </p:spPr>
        <p:txBody>
          <a:bodyPr wrap="square" lIns="91440" tIns="45720" rIns="91440" bIns="45720" rtlCol="0" anchor="t">
            <a:spAutoFit/>
          </a:bodyPr>
          <a:lstStyle/>
          <a:p>
            <a:r>
              <a:rPr lang="fr-FR" sz="3600">
                <a:latin typeface="+mj-lt"/>
              </a:rPr>
              <a:t>Utilisez la typographie Premier Tech </a:t>
            </a:r>
            <a:r>
              <a:rPr lang="fr-FR" sz="3600" err="1">
                <a:latin typeface="+mj-lt"/>
              </a:rPr>
              <a:t>Title</a:t>
            </a:r>
            <a:r>
              <a:rPr lang="fr-FR" sz="3600">
                <a:latin typeface="+mj-lt"/>
              </a:rPr>
              <a:t> Bold pour tous vos titres, mots-clés et sous-titres</a:t>
            </a:r>
            <a:r>
              <a:rPr lang="fr-FR" sz="2400">
                <a:latin typeface="+mj-lt"/>
              </a:rPr>
              <a:t>.</a:t>
            </a:r>
          </a:p>
          <a:p>
            <a:endParaRPr lang="fr-FR"/>
          </a:p>
          <a:p>
            <a:r>
              <a:rPr lang="fr-FR" sz="2400"/>
              <a:t>Utilisez la typographie Premier Tech </a:t>
            </a:r>
            <a:r>
              <a:rPr lang="fr-FR" sz="2400" err="1"/>
              <a:t>Text</a:t>
            </a:r>
            <a:r>
              <a:rPr lang="fr-FR" sz="2400"/>
              <a:t> Regular pour vos textes et informations complémentaires.</a:t>
            </a:r>
          </a:p>
          <a:p>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sz="2400"/>
              <a:t>Toutes les diapositives doivent utiliser une taille de police minimale idéale de </a:t>
            </a:r>
            <a:r>
              <a:rPr lang="fr-FR" sz="2400">
                <a:solidFill>
                  <a:schemeClr val="accent1"/>
                </a:solidFill>
              </a:rPr>
              <a:t>24 points.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t>En dessous de </a:t>
            </a:r>
            <a:r>
              <a:rPr lang="fr-FR" sz="1600">
                <a:solidFill>
                  <a:schemeClr val="accent1"/>
                </a:solidFill>
              </a:rPr>
              <a:t>16 points</a:t>
            </a:r>
            <a:r>
              <a:rPr lang="fr-FR" sz="1600"/>
              <a:t>, nous ne pourrons pas lire le texte à l'écran.</a:t>
            </a:r>
            <a:endParaRPr lang="fr-FR" sz="1600">
              <a:solidFill>
                <a:schemeClr val="accent1"/>
              </a:solidFill>
            </a:endParaRPr>
          </a:p>
          <a:p>
            <a:r>
              <a:rPr lang="fr-FR"/>
              <a:t>  </a:t>
            </a:r>
            <a:endParaRPr lang="en-CA"/>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Guide de </a:t>
            </a:r>
            <a:r>
              <a:rPr lang="en-CA" sz="4000" u="none" err="1">
                <a:solidFill>
                  <a:schemeClr val="tx1"/>
                </a:solidFill>
              </a:rPr>
              <a:t>texte</a:t>
            </a:r>
            <a:r>
              <a:rPr lang="en-CA" sz="4000" u="none">
                <a:solidFill>
                  <a:schemeClr val="tx1"/>
                </a:solidFill>
              </a:rPr>
              <a:t> </a:t>
            </a:r>
          </a:p>
        </p:txBody>
      </p:sp>
      <p:sp>
        <p:nvSpPr>
          <p:cNvPr id="2" name="Espace réservé du numéro de diapositive 1">
            <a:extLst>
              <a:ext uri="{FF2B5EF4-FFF2-40B4-BE49-F238E27FC236}">
                <a16:creationId xmlns:a16="http://schemas.microsoft.com/office/drawing/2014/main" id="{A2547E85-EE8E-C75D-44E0-830C47C79BE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17814136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Mauvais usage de la typographi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483044"/>
            <a:ext cx="10579071" cy="369332"/>
          </a:xfrm>
          <a:prstGeom prst="rect">
            <a:avLst/>
          </a:prstGeom>
          <a:noFill/>
        </p:spPr>
        <p:txBody>
          <a:bodyPr wrap="square" lIns="91440" tIns="45720" rIns="91440" bIns="45720" rtlCol="0" anchor="t">
            <a:spAutoFit/>
          </a:bodyPr>
          <a:lstStyle/>
          <a:p>
            <a:r>
              <a:rPr lang="fr-FR" sz="1800" b="1">
                <a:solidFill>
                  <a:srgbClr val="E21B23"/>
                </a:solidFill>
                <a:latin typeface="+mn-lt"/>
              </a:rPr>
              <a:t>Ne pas </a:t>
            </a:r>
            <a:r>
              <a:rPr lang="fr-FR" sz="1800">
                <a:solidFill>
                  <a:srgbClr val="E21B23"/>
                </a:solidFill>
                <a:latin typeface="+mn-lt"/>
              </a:rPr>
              <a:t>utiliser la typographie </a:t>
            </a:r>
            <a:r>
              <a:rPr lang="fr-FR" sz="1800" b="1">
                <a:solidFill>
                  <a:srgbClr val="E21B23"/>
                </a:solidFill>
                <a:latin typeface="+mn-lt"/>
              </a:rPr>
              <a:t>Premier Tech </a:t>
            </a:r>
            <a:r>
              <a:rPr lang="fr-FR" sz="1800" b="1" err="1">
                <a:solidFill>
                  <a:srgbClr val="E21B23"/>
                </a:solidFill>
                <a:latin typeface="+mn-lt"/>
              </a:rPr>
              <a:t>Text</a:t>
            </a:r>
            <a:r>
              <a:rPr lang="fr-FR" sz="1800" b="1">
                <a:solidFill>
                  <a:srgbClr val="E21B23"/>
                </a:solidFill>
                <a:latin typeface="+mn-lt"/>
              </a:rPr>
              <a:t> </a:t>
            </a:r>
            <a:r>
              <a:rPr lang="fr-FR" sz="1800">
                <a:solidFill>
                  <a:srgbClr val="E21B23"/>
                </a:solidFill>
                <a:latin typeface="+mn-lt"/>
              </a:rPr>
              <a:t>pour vos </a:t>
            </a:r>
            <a:r>
              <a:rPr lang="fr-FR" sz="1800" b="1">
                <a:solidFill>
                  <a:srgbClr val="E21B23"/>
                </a:solidFill>
                <a:latin typeface="+mn-lt"/>
              </a:rPr>
              <a:t>titres, mots-clés et sous-titres</a:t>
            </a:r>
            <a:r>
              <a:rPr lang="fr-FR" sz="1800">
                <a:solidFill>
                  <a:srgbClr val="E21B23"/>
                </a:solidFill>
                <a:latin typeface="+mn-lt"/>
              </a:rPr>
              <a:t>.</a:t>
            </a: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err="1">
                <a:solidFill>
                  <a:schemeClr val="tx1"/>
                </a:solidFill>
              </a:rPr>
              <a:t>Mauvais</a:t>
            </a:r>
            <a:r>
              <a:rPr lang="en-CA" sz="4000" u="none">
                <a:solidFill>
                  <a:schemeClr val="tx1"/>
                </a:solidFill>
              </a:rPr>
              <a:t> usage</a:t>
            </a:r>
          </a:p>
        </p:txBody>
      </p:sp>
      <p:sp>
        <p:nvSpPr>
          <p:cNvPr id="3" name="ZoneTexte 2">
            <a:extLst>
              <a:ext uri="{FF2B5EF4-FFF2-40B4-BE49-F238E27FC236}">
                <a16:creationId xmlns:a16="http://schemas.microsoft.com/office/drawing/2014/main" id="{F418AE6A-A1D1-709A-7B1A-98DB94888E0F}"/>
              </a:ext>
            </a:extLst>
          </p:cNvPr>
          <p:cNvSpPr txBox="1"/>
          <p:nvPr userDrawn="1"/>
        </p:nvSpPr>
        <p:spPr>
          <a:xfrm>
            <a:off x="515938" y="2253663"/>
            <a:ext cx="11160125" cy="2123658"/>
          </a:xfrm>
          <a:prstGeom prst="rect">
            <a:avLst/>
          </a:prstGeom>
          <a:noFill/>
        </p:spPr>
        <p:txBody>
          <a:bodyPr wrap="square" rtlCol="0">
            <a:spAutoFit/>
          </a:bodyPr>
          <a:lstStyle/>
          <a:p>
            <a:pPr algn="ctr"/>
            <a:r>
              <a:rPr lang="fr-CA" sz="6600">
                <a:latin typeface="+mn-lt"/>
              </a:rPr>
              <a:t>Titre de la </a:t>
            </a:r>
            <a:br>
              <a:rPr lang="fr-CA" sz="6600">
                <a:latin typeface="+mn-lt"/>
              </a:rPr>
            </a:br>
            <a:r>
              <a:rPr lang="fr-CA" sz="6600">
                <a:latin typeface="+mn-lt"/>
              </a:rPr>
              <a:t>présentation</a:t>
            </a:r>
            <a:endParaRPr lang="en-CA" sz="6600">
              <a:latin typeface="+mn-lt"/>
            </a:endParaRPr>
          </a:p>
        </p:txBody>
      </p:sp>
      <p:sp>
        <p:nvSpPr>
          <p:cNvPr id="2" name="Espace réservé du numéro de diapositive 1">
            <a:extLst>
              <a:ext uri="{FF2B5EF4-FFF2-40B4-BE49-F238E27FC236}">
                <a16:creationId xmlns:a16="http://schemas.microsoft.com/office/drawing/2014/main" id="{CE54455B-F2AD-406C-B967-7E207A0899D7}"/>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2664286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on usage de la typographi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8" y="1483044"/>
            <a:ext cx="10579071" cy="646331"/>
          </a:xfrm>
          <a:prstGeom prst="rect">
            <a:avLst/>
          </a:prstGeom>
          <a:noFill/>
        </p:spPr>
        <p:txBody>
          <a:bodyPr wrap="square" lIns="91440" tIns="45720" rIns="91440" bIns="45720" rtlCol="0" anchor="t">
            <a:spAutoFit/>
          </a:bodyPr>
          <a:lstStyle/>
          <a:p>
            <a:r>
              <a:rPr lang="fr-FR" sz="1800" dirty="0">
                <a:solidFill>
                  <a:srgbClr val="00A84F"/>
                </a:solidFill>
                <a:latin typeface="+mn-lt"/>
              </a:rPr>
              <a:t>Utilisez la typographie </a:t>
            </a:r>
            <a:r>
              <a:rPr lang="fr-FR" sz="1800" b="1" u="none" dirty="0">
                <a:solidFill>
                  <a:srgbClr val="00A84F"/>
                </a:solidFill>
                <a:latin typeface="+mn-lt"/>
              </a:rPr>
              <a:t>Premier Tech </a:t>
            </a:r>
            <a:r>
              <a:rPr lang="fr-FR" sz="1800" b="1" u="none" dirty="0" err="1">
                <a:solidFill>
                  <a:srgbClr val="00A84F"/>
                </a:solidFill>
                <a:latin typeface="+mn-lt"/>
              </a:rPr>
              <a:t>Title</a:t>
            </a:r>
            <a:r>
              <a:rPr lang="fr-FR" sz="1800" b="1" u="none" dirty="0">
                <a:solidFill>
                  <a:srgbClr val="00A84F"/>
                </a:solidFill>
                <a:latin typeface="+mn-lt"/>
              </a:rPr>
              <a:t> Bold</a:t>
            </a:r>
            <a:r>
              <a:rPr lang="fr-FR" sz="1800" b="1" i="1" u="none" dirty="0">
                <a:solidFill>
                  <a:srgbClr val="00A84F"/>
                </a:solidFill>
                <a:latin typeface="+mn-lt"/>
              </a:rPr>
              <a:t> </a:t>
            </a:r>
            <a:r>
              <a:rPr lang="fr-FR" sz="1800" dirty="0">
                <a:solidFill>
                  <a:srgbClr val="00A84F"/>
                </a:solidFill>
                <a:latin typeface="+mn-lt"/>
              </a:rPr>
              <a:t>pour vos </a:t>
            </a:r>
            <a:r>
              <a:rPr lang="fr-FR" sz="1800" b="1" dirty="0">
                <a:solidFill>
                  <a:srgbClr val="00A84F"/>
                </a:solidFill>
                <a:latin typeface="+mn-lt"/>
              </a:rPr>
              <a:t>titres, </a:t>
            </a:r>
            <a:r>
              <a:rPr lang="fr-FR" sz="1800" b="1" dirty="0" err="1">
                <a:solidFill>
                  <a:srgbClr val="00A84F"/>
                </a:solidFill>
                <a:latin typeface="+mn-lt"/>
              </a:rPr>
              <a:t>mot-clés</a:t>
            </a:r>
            <a:r>
              <a:rPr lang="fr-FR" sz="1800" b="1" dirty="0">
                <a:solidFill>
                  <a:srgbClr val="00A84F"/>
                </a:solidFill>
                <a:latin typeface="+mn-lt"/>
              </a:rPr>
              <a:t> et sous-titres</a:t>
            </a:r>
            <a:r>
              <a:rPr lang="fr-FR" sz="1800" dirty="0">
                <a:solidFill>
                  <a:srgbClr val="00A84F"/>
                </a:solidFill>
                <a:latin typeface="+mn-lt"/>
              </a:rPr>
              <a:t>.</a:t>
            </a:r>
          </a:p>
          <a:p>
            <a:endParaRPr lang="fr-FR" sz="1800" dirty="0">
              <a:solidFill>
                <a:srgbClr val="00A84F"/>
              </a:solidFill>
              <a:latin typeface="+mn-lt"/>
            </a:endParaRP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Bon usage</a:t>
            </a:r>
          </a:p>
        </p:txBody>
      </p:sp>
      <p:sp>
        <p:nvSpPr>
          <p:cNvPr id="3" name="ZoneTexte 2">
            <a:extLst>
              <a:ext uri="{FF2B5EF4-FFF2-40B4-BE49-F238E27FC236}">
                <a16:creationId xmlns:a16="http://schemas.microsoft.com/office/drawing/2014/main" id="{F418AE6A-A1D1-709A-7B1A-98DB94888E0F}"/>
              </a:ext>
            </a:extLst>
          </p:cNvPr>
          <p:cNvSpPr txBox="1"/>
          <p:nvPr userDrawn="1"/>
        </p:nvSpPr>
        <p:spPr>
          <a:xfrm>
            <a:off x="515938" y="2253663"/>
            <a:ext cx="11160125" cy="2123658"/>
          </a:xfrm>
          <a:prstGeom prst="rect">
            <a:avLst/>
          </a:prstGeom>
          <a:noFill/>
        </p:spPr>
        <p:txBody>
          <a:bodyPr wrap="square" rtlCol="0">
            <a:spAutoFit/>
          </a:bodyPr>
          <a:lstStyle/>
          <a:p>
            <a:pPr algn="ctr"/>
            <a:r>
              <a:rPr lang="fr-CA" sz="6600">
                <a:latin typeface="+mj-lt"/>
              </a:rPr>
              <a:t>Titre de la </a:t>
            </a:r>
            <a:br>
              <a:rPr lang="fr-CA" sz="6600">
                <a:latin typeface="+mj-lt"/>
              </a:rPr>
            </a:br>
            <a:r>
              <a:rPr lang="fr-CA" sz="6600">
                <a:latin typeface="+mj-lt"/>
              </a:rPr>
              <a:t>présentation</a:t>
            </a:r>
            <a:endParaRPr lang="en-CA" sz="6600">
              <a:latin typeface="+mj-lt"/>
            </a:endParaRPr>
          </a:p>
        </p:txBody>
      </p:sp>
      <p:sp>
        <p:nvSpPr>
          <p:cNvPr id="2" name="Espace réservé du numéro de diapositive 1">
            <a:extLst>
              <a:ext uri="{FF2B5EF4-FFF2-40B4-BE49-F238E27FC236}">
                <a16:creationId xmlns:a16="http://schemas.microsoft.com/office/drawing/2014/main" id="{95C29283-1BCE-9992-B45E-54DE4F83D2DC}"/>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3262792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Zone visible sur scène">
    <p:spTree>
      <p:nvGrpSpPr>
        <p:cNvPr id="1" name=""/>
        <p:cNvGrpSpPr/>
        <p:nvPr/>
      </p:nvGrpSpPr>
      <p:grpSpPr>
        <a:xfrm>
          <a:off x="0" y="0"/>
          <a:ext cx="0" cy="0"/>
          <a:chOff x="0" y="0"/>
          <a:chExt cx="0" cy="0"/>
        </a:xfrm>
      </p:grpSpPr>
      <p:sp>
        <p:nvSpPr>
          <p:cNvPr id="34" name="TextBox 8">
            <a:extLst>
              <a:ext uri="{FF2B5EF4-FFF2-40B4-BE49-F238E27FC236}">
                <a16:creationId xmlns:a16="http://schemas.microsoft.com/office/drawing/2014/main" id="{937377F9-17D2-4D31-196D-D3B58C6DE90E}"/>
              </a:ext>
            </a:extLst>
          </p:cNvPr>
          <p:cNvSpPr txBox="1"/>
          <p:nvPr userDrawn="1"/>
        </p:nvSpPr>
        <p:spPr>
          <a:xfrm>
            <a:off x="515937" y="4339923"/>
            <a:ext cx="11160125" cy="923330"/>
          </a:xfrm>
          <a:prstGeom prst="rect">
            <a:avLst/>
          </a:prstGeom>
          <a:noFill/>
        </p:spPr>
        <p:txBody>
          <a:bodyPr wrap="square" lIns="91440" tIns="45720" rIns="91440" bIns="45720" rtlCol="0" anchor="t">
            <a:spAutoFit/>
          </a:bodyPr>
          <a:lstStyle/>
          <a:p>
            <a:pPr algn="ctr"/>
            <a:r>
              <a:rPr lang="fr-FR" sz="1800">
                <a:solidFill>
                  <a:srgbClr val="E21B23"/>
                </a:solidFill>
                <a:latin typeface="+mn-lt"/>
              </a:rPr>
              <a:t>Attention, lors de présentations sur scène avec un présentateur, la zone inférieure de vos diapositives est parfois moins visible pour l’audience dans la salle. À considérer lors de la création de votre contenu, selon le contexte de présentation et le décor présent sur la scène.</a:t>
            </a:r>
          </a:p>
        </p:txBody>
      </p:sp>
      <p:sp>
        <p:nvSpPr>
          <p:cNvPr id="35" name="Title 1">
            <a:extLst>
              <a:ext uri="{FF2B5EF4-FFF2-40B4-BE49-F238E27FC236}">
                <a16:creationId xmlns:a16="http://schemas.microsoft.com/office/drawing/2014/main" id="{C830D5AA-6768-3F71-C48D-A9F1B3470545}"/>
              </a:ext>
            </a:extLst>
          </p:cNvPr>
          <p:cNvSpPr txBox="1">
            <a:spLocks/>
          </p:cNvSpPr>
          <p:nvPr userDrawn="1"/>
        </p:nvSpPr>
        <p:spPr>
          <a:xfrm>
            <a:off x="515938" y="620713"/>
            <a:ext cx="9744012"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u="none">
                <a:solidFill>
                  <a:schemeClr val="tx1"/>
                </a:solidFill>
              </a:rPr>
              <a:t>Zone visible sur </a:t>
            </a:r>
            <a:r>
              <a:rPr lang="en-CA" sz="4000" u="none" err="1">
                <a:solidFill>
                  <a:schemeClr val="tx1"/>
                </a:solidFill>
              </a:rPr>
              <a:t>scène</a:t>
            </a:r>
            <a:endParaRPr lang="en-CA" sz="4000" u="none">
              <a:solidFill>
                <a:schemeClr val="tx1"/>
              </a:solidFill>
            </a:endParaRPr>
          </a:p>
        </p:txBody>
      </p:sp>
      <p:cxnSp>
        <p:nvCxnSpPr>
          <p:cNvPr id="4" name="Connecteur droit 3">
            <a:extLst>
              <a:ext uri="{FF2B5EF4-FFF2-40B4-BE49-F238E27FC236}">
                <a16:creationId xmlns:a16="http://schemas.microsoft.com/office/drawing/2014/main" id="{67389811-CDFF-36DB-04B6-8801F2B87AD2}"/>
              </a:ext>
            </a:extLst>
          </p:cNvPr>
          <p:cNvCxnSpPr>
            <a:cxnSpLocks/>
          </p:cNvCxnSpPr>
          <p:nvPr userDrawn="1"/>
        </p:nvCxnSpPr>
        <p:spPr>
          <a:xfrm>
            <a:off x="0" y="4109103"/>
            <a:ext cx="12192000" cy="0"/>
          </a:xfrm>
          <a:prstGeom prst="line">
            <a:avLst/>
          </a:prstGeom>
          <a:ln w="76200">
            <a:solidFill>
              <a:srgbClr val="E21B23"/>
            </a:soli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DE95B975-9B46-935F-9148-1E9479A60061}"/>
              </a:ext>
            </a:extLst>
          </p:cNvPr>
          <p:cNvSpPr txBox="1"/>
          <p:nvPr userDrawn="1"/>
        </p:nvSpPr>
        <p:spPr>
          <a:xfrm>
            <a:off x="515938" y="2187591"/>
            <a:ext cx="11160125" cy="1323439"/>
          </a:xfrm>
          <a:prstGeom prst="rect">
            <a:avLst/>
          </a:prstGeom>
          <a:noFill/>
        </p:spPr>
        <p:txBody>
          <a:bodyPr wrap="square">
            <a:spAutoFit/>
          </a:bodyPr>
          <a:lstStyle/>
          <a:p>
            <a:pPr algn="ctr"/>
            <a:r>
              <a:rPr lang="fr-FR" sz="4000">
                <a:solidFill>
                  <a:schemeClr val="tx1"/>
                </a:solidFill>
                <a:latin typeface="Premier Tech Title" pitchFamily="2" charset="0"/>
                <a:ea typeface="Premier Tech Title" pitchFamily="2" charset="0"/>
              </a:rPr>
              <a:t>Pensez à créer des diapositives épurées </a:t>
            </a:r>
            <a:br>
              <a:rPr lang="fr-FR" sz="4000">
                <a:solidFill>
                  <a:schemeClr val="tx1"/>
                </a:solidFill>
                <a:latin typeface="Premier Tech Title" pitchFamily="2" charset="0"/>
                <a:ea typeface="Premier Tech Title" pitchFamily="2" charset="0"/>
              </a:rPr>
            </a:br>
            <a:r>
              <a:rPr lang="fr-FR" sz="4000">
                <a:solidFill>
                  <a:schemeClr val="tx1"/>
                </a:solidFill>
                <a:latin typeface="Premier Tech Title" pitchFamily="2" charset="0"/>
                <a:ea typeface="Premier Tech Title" pitchFamily="2" charset="0"/>
              </a:rPr>
              <a:t>et les plus visibles possibles pour l’audience.</a:t>
            </a:r>
          </a:p>
        </p:txBody>
      </p:sp>
      <p:sp>
        <p:nvSpPr>
          <p:cNvPr id="2" name="Espace réservé du numéro de diapositive 1">
            <a:extLst>
              <a:ext uri="{FF2B5EF4-FFF2-40B4-BE49-F238E27FC236}">
                <a16:creationId xmlns:a16="http://schemas.microsoft.com/office/drawing/2014/main" id="{ADDF41E5-2935-69A3-F74F-82BDE9037C49}"/>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92195509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uide de couleurs">
    <p:spTree>
      <p:nvGrpSpPr>
        <p:cNvPr id="1" name=""/>
        <p:cNvGrpSpPr/>
        <p:nvPr/>
      </p:nvGrpSpPr>
      <p:grpSpPr>
        <a:xfrm>
          <a:off x="0" y="0"/>
          <a:ext cx="0" cy="0"/>
          <a:chOff x="0" y="0"/>
          <a:chExt cx="0" cy="0"/>
        </a:xfrm>
      </p:grpSpPr>
      <p:sp>
        <p:nvSpPr>
          <p:cNvPr id="3" name="TextBox 8">
            <a:extLst>
              <a:ext uri="{FF2B5EF4-FFF2-40B4-BE49-F238E27FC236}">
                <a16:creationId xmlns:a16="http://schemas.microsoft.com/office/drawing/2014/main" id="{42B3C0F3-C78B-8425-3CE9-C4E103136A1E}"/>
              </a:ext>
            </a:extLst>
          </p:cNvPr>
          <p:cNvSpPr txBox="1"/>
          <p:nvPr userDrawn="1"/>
        </p:nvSpPr>
        <p:spPr>
          <a:xfrm>
            <a:off x="598856" y="1628715"/>
            <a:ext cx="1859655" cy="369332"/>
          </a:xfrm>
          <a:prstGeom prst="rect">
            <a:avLst/>
          </a:prstGeom>
          <a:noFill/>
        </p:spPr>
        <p:txBody>
          <a:bodyPr wrap="square" lIns="0" rtlCol="0">
            <a:spAutoFit/>
          </a:bodyPr>
          <a:lstStyle/>
          <a:p>
            <a:r>
              <a:rPr lang="en-CA" b="0" dirty="0">
                <a:latin typeface="Premier Tech Title" pitchFamily="2" charset="0"/>
                <a:ea typeface="Premier Tech Title" pitchFamily="2" charset="0"/>
              </a:rPr>
              <a:t>Fond</a:t>
            </a:r>
          </a:p>
        </p:txBody>
      </p:sp>
      <p:sp>
        <p:nvSpPr>
          <p:cNvPr id="4" name="Rectangle 3">
            <a:extLst>
              <a:ext uri="{FF2B5EF4-FFF2-40B4-BE49-F238E27FC236}">
                <a16:creationId xmlns:a16="http://schemas.microsoft.com/office/drawing/2014/main" id="{8D38C50E-B049-C7E0-743F-921BC0F8E237}"/>
              </a:ext>
            </a:extLst>
          </p:cNvPr>
          <p:cNvSpPr/>
          <p:nvPr userDrawn="1"/>
        </p:nvSpPr>
        <p:spPr>
          <a:xfrm>
            <a:off x="598856" y="2040967"/>
            <a:ext cx="663191" cy="66319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TextBox 10">
            <a:extLst>
              <a:ext uri="{FF2B5EF4-FFF2-40B4-BE49-F238E27FC236}">
                <a16:creationId xmlns:a16="http://schemas.microsoft.com/office/drawing/2014/main" id="{71EAC1E8-8A74-D137-47CC-E9DE2132C66F}"/>
              </a:ext>
            </a:extLst>
          </p:cNvPr>
          <p:cNvSpPr txBox="1"/>
          <p:nvPr userDrawn="1"/>
        </p:nvSpPr>
        <p:spPr>
          <a:xfrm>
            <a:off x="598856" y="2777120"/>
            <a:ext cx="2127510" cy="523220"/>
          </a:xfrm>
          <a:prstGeom prst="rect">
            <a:avLst/>
          </a:prstGeom>
          <a:noFill/>
        </p:spPr>
        <p:txBody>
          <a:bodyPr wrap="square" lIns="0" rtlCol="0">
            <a:spAutoFit/>
          </a:bodyPr>
          <a:lstStyle/>
          <a:p>
            <a:r>
              <a:rPr lang="fr-CA" sz="1400" dirty="0">
                <a:solidFill>
                  <a:schemeClr val="tx2"/>
                </a:solidFill>
              </a:rPr>
              <a:t>RVB : 255-255-255</a:t>
            </a:r>
          </a:p>
          <a:p>
            <a:r>
              <a:rPr lang="fr-CA" sz="1400" dirty="0">
                <a:solidFill>
                  <a:schemeClr val="tx2"/>
                </a:solidFill>
              </a:rPr>
              <a:t>(Blanc) </a:t>
            </a:r>
            <a:endParaRPr lang="en-CA" sz="1400" dirty="0">
              <a:solidFill>
                <a:schemeClr val="tx2"/>
              </a:solidFill>
            </a:endParaRPr>
          </a:p>
        </p:txBody>
      </p:sp>
      <p:sp>
        <p:nvSpPr>
          <p:cNvPr id="6" name="TextBox 11">
            <a:extLst>
              <a:ext uri="{FF2B5EF4-FFF2-40B4-BE49-F238E27FC236}">
                <a16:creationId xmlns:a16="http://schemas.microsoft.com/office/drawing/2014/main" id="{E3912613-D22F-EF81-4069-89A4E86AB170}"/>
              </a:ext>
            </a:extLst>
          </p:cNvPr>
          <p:cNvSpPr txBox="1"/>
          <p:nvPr userDrawn="1"/>
        </p:nvSpPr>
        <p:spPr>
          <a:xfrm>
            <a:off x="3403431" y="1628715"/>
            <a:ext cx="1485677" cy="369332"/>
          </a:xfrm>
          <a:prstGeom prst="rect">
            <a:avLst/>
          </a:prstGeom>
          <a:noFill/>
        </p:spPr>
        <p:txBody>
          <a:bodyPr wrap="square" lIns="0" rtlCol="0">
            <a:spAutoFit/>
          </a:bodyPr>
          <a:lstStyle/>
          <a:p>
            <a:r>
              <a:rPr lang="fr-CA" b="0" dirty="0">
                <a:solidFill>
                  <a:schemeClr val="tx2"/>
                </a:solidFill>
                <a:latin typeface="Premier Tech Title" pitchFamily="2" charset="0"/>
                <a:ea typeface="Premier Tech Title" pitchFamily="2" charset="0"/>
              </a:rPr>
              <a:t>Texte</a:t>
            </a:r>
            <a:endParaRPr lang="en-CA" b="0" dirty="0">
              <a:solidFill>
                <a:schemeClr val="tx2"/>
              </a:solidFill>
              <a:latin typeface="Premier Tech Title" pitchFamily="2" charset="0"/>
              <a:ea typeface="Premier Tech Title" pitchFamily="2" charset="0"/>
            </a:endParaRPr>
          </a:p>
        </p:txBody>
      </p:sp>
      <p:sp>
        <p:nvSpPr>
          <p:cNvPr id="7" name="Rectangle 6">
            <a:extLst>
              <a:ext uri="{FF2B5EF4-FFF2-40B4-BE49-F238E27FC236}">
                <a16:creationId xmlns:a16="http://schemas.microsoft.com/office/drawing/2014/main" id="{EE427689-8B40-5608-D7FA-421D8A4B8C33}"/>
              </a:ext>
            </a:extLst>
          </p:cNvPr>
          <p:cNvSpPr/>
          <p:nvPr userDrawn="1"/>
        </p:nvSpPr>
        <p:spPr>
          <a:xfrm>
            <a:off x="3403431" y="2040967"/>
            <a:ext cx="663191" cy="66319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13">
            <a:extLst>
              <a:ext uri="{FF2B5EF4-FFF2-40B4-BE49-F238E27FC236}">
                <a16:creationId xmlns:a16="http://schemas.microsoft.com/office/drawing/2014/main" id="{E419CADD-A039-E578-E610-FA31A7742C62}"/>
              </a:ext>
            </a:extLst>
          </p:cNvPr>
          <p:cNvSpPr txBox="1"/>
          <p:nvPr userDrawn="1"/>
        </p:nvSpPr>
        <p:spPr>
          <a:xfrm>
            <a:off x="3403431" y="2777120"/>
            <a:ext cx="2239174" cy="523220"/>
          </a:xfrm>
          <a:prstGeom prst="rect">
            <a:avLst/>
          </a:prstGeom>
          <a:noFill/>
        </p:spPr>
        <p:txBody>
          <a:bodyPr wrap="square" lIns="0" rtlCol="0">
            <a:spAutoFit/>
          </a:bodyPr>
          <a:lstStyle/>
          <a:p>
            <a:r>
              <a:rPr lang="fr-CA" sz="1400" dirty="0">
                <a:solidFill>
                  <a:schemeClr val="tx2"/>
                </a:solidFill>
              </a:rPr>
              <a:t>RVB : 4-30-66</a:t>
            </a:r>
          </a:p>
          <a:p>
            <a:r>
              <a:rPr lang="fr-CA" sz="1400" dirty="0">
                <a:solidFill>
                  <a:schemeClr val="tx2"/>
                </a:solidFill>
              </a:rPr>
              <a:t>(Pantone 282) </a:t>
            </a:r>
            <a:endParaRPr lang="en-CA" sz="1400" dirty="0">
              <a:solidFill>
                <a:schemeClr val="tx2"/>
              </a:solidFill>
            </a:endParaRPr>
          </a:p>
        </p:txBody>
      </p:sp>
      <p:sp>
        <p:nvSpPr>
          <p:cNvPr id="9" name="TextBox 14">
            <a:extLst>
              <a:ext uri="{FF2B5EF4-FFF2-40B4-BE49-F238E27FC236}">
                <a16:creationId xmlns:a16="http://schemas.microsoft.com/office/drawing/2014/main" id="{933DE2EE-5764-026F-2CC3-D5063A123EB4}"/>
              </a:ext>
            </a:extLst>
          </p:cNvPr>
          <p:cNvSpPr txBox="1"/>
          <p:nvPr userDrawn="1"/>
        </p:nvSpPr>
        <p:spPr>
          <a:xfrm>
            <a:off x="6290924" y="1628715"/>
            <a:ext cx="2174066" cy="369332"/>
          </a:xfrm>
          <a:prstGeom prst="rect">
            <a:avLst/>
          </a:prstGeom>
          <a:noFill/>
        </p:spPr>
        <p:txBody>
          <a:bodyPr wrap="square" lIns="0" rtlCol="0">
            <a:spAutoFit/>
          </a:bodyPr>
          <a:lstStyle/>
          <a:p>
            <a:r>
              <a:rPr lang="fr-CA" b="0" dirty="0">
                <a:solidFill>
                  <a:schemeClr val="tx2"/>
                </a:solidFill>
                <a:latin typeface="Premier Tech Title" pitchFamily="2" charset="0"/>
                <a:ea typeface="Premier Tech Title" pitchFamily="2" charset="0"/>
              </a:rPr>
              <a:t>Accent primaire</a:t>
            </a:r>
          </a:p>
        </p:txBody>
      </p:sp>
      <p:sp>
        <p:nvSpPr>
          <p:cNvPr id="10" name="Rectangle 9">
            <a:extLst>
              <a:ext uri="{FF2B5EF4-FFF2-40B4-BE49-F238E27FC236}">
                <a16:creationId xmlns:a16="http://schemas.microsoft.com/office/drawing/2014/main" id="{ED27FF61-FDF3-5D36-B78F-468FFAB8DCE1}"/>
              </a:ext>
            </a:extLst>
          </p:cNvPr>
          <p:cNvSpPr/>
          <p:nvPr userDrawn="1"/>
        </p:nvSpPr>
        <p:spPr>
          <a:xfrm>
            <a:off x="6290924" y="2040967"/>
            <a:ext cx="663191" cy="6631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6">
            <a:extLst>
              <a:ext uri="{FF2B5EF4-FFF2-40B4-BE49-F238E27FC236}">
                <a16:creationId xmlns:a16="http://schemas.microsoft.com/office/drawing/2014/main" id="{DDD06093-2474-21FB-685F-516CFDEF7C58}"/>
              </a:ext>
            </a:extLst>
          </p:cNvPr>
          <p:cNvSpPr txBox="1"/>
          <p:nvPr userDrawn="1"/>
        </p:nvSpPr>
        <p:spPr>
          <a:xfrm>
            <a:off x="6290924" y="2777120"/>
            <a:ext cx="2365631" cy="523220"/>
          </a:xfrm>
          <a:prstGeom prst="rect">
            <a:avLst/>
          </a:prstGeom>
          <a:noFill/>
        </p:spPr>
        <p:txBody>
          <a:bodyPr wrap="square" lIns="0" rtlCol="0">
            <a:spAutoFit/>
          </a:bodyPr>
          <a:lstStyle/>
          <a:p>
            <a:r>
              <a:rPr lang="fr-CA" sz="1400">
                <a:solidFill>
                  <a:schemeClr val="tx2"/>
                </a:solidFill>
              </a:rPr>
              <a:t>RVB : 65-182-230</a:t>
            </a:r>
          </a:p>
          <a:p>
            <a:r>
              <a:rPr lang="fr-CA" sz="1400">
                <a:solidFill>
                  <a:schemeClr val="tx2"/>
                </a:solidFill>
              </a:rPr>
              <a:t>(Pantone 298)</a:t>
            </a:r>
            <a:endParaRPr lang="en-CA" sz="1400">
              <a:solidFill>
                <a:schemeClr val="tx2"/>
              </a:solidFill>
            </a:endParaRPr>
          </a:p>
        </p:txBody>
      </p:sp>
      <p:sp>
        <p:nvSpPr>
          <p:cNvPr id="12" name="TextBox 17">
            <a:extLst>
              <a:ext uri="{FF2B5EF4-FFF2-40B4-BE49-F238E27FC236}">
                <a16:creationId xmlns:a16="http://schemas.microsoft.com/office/drawing/2014/main" id="{FFDF3D51-CF69-0FAB-2BD0-B9B9ACFEE6D6}"/>
              </a:ext>
            </a:extLst>
          </p:cNvPr>
          <p:cNvSpPr txBox="1"/>
          <p:nvPr userDrawn="1"/>
        </p:nvSpPr>
        <p:spPr>
          <a:xfrm>
            <a:off x="9178418" y="1628715"/>
            <a:ext cx="2494374" cy="369332"/>
          </a:xfrm>
          <a:prstGeom prst="rect">
            <a:avLst/>
          </a:prstGeom>
          <a:noFill/>
        </p:spPr>
        <p:txBody>
          <a:bodyPr wrap="square" lIns="0" rtlCol="0">
            <a:spAutoFit/>
          </a:bodyPr>
          <a:lstStyle/>
          <a:p>
            <a:r>
              <a:rPr lang="fr-CA" b="0" dirty="0">
                <a:latin typeface="Premier Tech Title" pitchFamily="2" charset="0"/>
                <a:ea typeface="Premier Tech Title" pitchFamily="2" charset="0"/>
              </a:rPr>
              <a:t>A</a:t>
            </a:r>
            <a:r>
              <a:rPr lang="en-CA" b="0" dirty="0" err="1">
                <a:latin typeface="Premier Tech Title" pitchFamily="2" charset="0"/>
                <a:ea typeface="Premier Tech Title" pitchFamily="2" charset="0"/>
              </a:rPr>
              <a:t>ccent</a:t>
            </a:r>
            <a:r>
              <a:rPr lang="en-CA" b="0" dirty="0">
                <a:latin typeface="Premier Tech Title" pitchFamily="2" charset="0"/>
                <a:ea typeface="Premier Tech Title" pitchFamily="2" charset="0"/>
              </a:rPr>
              <a:t> </a:t>
            </a:r>
            <a:r>
              <a:rPr lang="en-CA" b="0" dirty="0" err="1">
                <a:latin typeface="Premier Tech Title" pitchFamily="2" charset="0"/>
                <a:ea typeface="Premier Tech Title" pitchFamily="2" charset="0"/>
              </a:rPr>
              <a:t>secondaire</a:t>
            </a:r>
            <a:endParaRPr lang="en-CA" b="0" dirty="0">
              <a:latin typeface="Premier Tech Title" pitchFamily="2" charset="0"/>
              <a:ea typeface="Premier Tech Title" pitchFamily="2" charset="0"/>
            </a:endParaRPr>
          </a:p>
        </p:txBody>
      </p:sp>
      <p:sp>
        <p:nvSpPr>
          <p:cNvPr id="13" name="Rectangle 12">
            <a:extLst>
              <a:ext uri="{FF2B5EF4-FFF2-40B4-BE49-F238E27FC236}">
                <a16:creationId xmlns:a16="http://schemas.microsoft.com/office/drawing/2014/main" id="{00899A6C-E2C1-3F2F-0E19-2D6DD0A5AEDB}"/>
              </a:ext>
            </a:extLst>
          </p:cNvPr>
          <p:cNvSpPr/>
          <p:nvPr userDrawn="1"/>
        </p:nvSpPr>
        <p:spPr>
          <a:xfrm>
            <a:off x="9178418" y="2040967"/>
            <a:ext cx="663191" cy="6631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9">
            <a:extLst>
              <a:ext uri="{FF2B5EF4-FFF2-40B4-BE49-F238E27FC236}">
                <a16:creationId xmlns:a16="http://schemas.microsoft.com/office/drawing/2014/main" id="{A16ABF2E-8AEF-E2DA-3F0F-5383E1E556F0}"/>
              </a:ext>
            </a:extLst>
          </p:cNvPr>
          <p:cNvSpPr txBox="1"/>
          <p:nvPr userDrawn="1"/>
        </p:nvSpPr>
        <p:spPr>
          <a:xfrm>
            <a:off x="9178419" y="2777120"/>
            <a:ext cx="2365631" cy="523220"/>
          </a:xfrm>
          <a:prstGeom prst="rect">
            <a:avLst/>
          </a:prstGeom>
          <a:noFill/>
        </p:spPr>
        <p:txBody>
          <a:bodyPr wrap="square" lIns="0" rtlCol="0">
            <a:spAutoFit/>
          </a:bodyPr>
          <a:lstStyle/>
          <a:p>
            <a:r>
              <a:rPr lang="fr-CA" sz="1400" dirty="0">
                <a:solidFill>
                  <a:schemeClr val="tx2"/>
                </a:solidFill>
              </a:rPr>
              <a:t>RVB : 138-141-143</a:t>
            </a:r>
          </a:p>
          <a:p>
            <a:r>
              <a:rPr lang="fr-CA" sz="1400" dirty="0">
                <a:solidFill>
                  <a:schemeClr val="tx2"/>
                </a:solidFill>
              </a:rPr>
              <a:t>(Pantone 877)</a:t>
            </a:r>
            <a:endParaRPr lang="en-CA" sz="1400" dirty="0">
              <a:solidFill>
                <a:schemeClr val="tx2"/>
              </a:solidFill>
            </a:endParaRPr>
          </a:p>
        </p:txBody>
      </p:sp>
      <p:sp>
        <p:nvSpPr>
          <p:cNvPr id="15" name="TextBox 20">
            <a:extLst>
              <a:ext uri="{FF2B5EF4-FFF2-40B4-BE49-F238E27FC236}">
                <a16:creationId xmlns:a16="http://schemas.microsoft.com/office/drawing/2014/main" id="{F0AF5E9E-12AD-9541-360F-6B640105A6BA}"/>
              </a:ext>
            </a:extLst>
          </p:cNvPr>
          <p:cNvSpPr txBox="1"/>
          <p:nvPr userDrawn="1"/>
        </p:nvSpPr>
        <p:spPr>
          <a:xfrm>
            <a:off x="534408" y="3943469"/>
            <a:ext cx="5657823" cy="923330"/>
          </a:xfrm>
          <a:prstGeom prst="rect">
            <a:avLst/>
          </a:prstGeom>
          <a:noFill/>
        </p:spPr>
        <p:txBody>
          <a:bodyPr wrap="square" rtlCol="0">
            <a:spAutoFit/>
          </a:bodyPr>
          <a:lstStyle/>
          <a:p>
            <a:r>
              <a:rPr lang="fr-CA" b="0" dirty="0">
                <a:solidFill>
                  <a:schemeClr val="tx2"/>
                </a:solidFill>
                <a:latin typeface="Premier Tech Title" pitchFamily="2" charset="0"/>
                <a:ea typeface="Premier Tech Title" pitchFamily="2" charset="0"/>
              </a:rPr>
              <a:t>Couleurs additionnelles pour les graphiques </a:t>
            </a:r>
            <a:br>
              <a:rPr lang="fr-CA" sz="1200" dirty="0">
                <a:solidFill>
                  <a:schemeClr val="tx2"/>
                </a:solidFill>
              </a:rPr>
            </a:br>
            <a:r>
              <a:rPr lang="fr-CA" sz="1200" dirty="0">
                <a:solidFill>
                  <a:schemeClr val="tx2"/>
                </a:solidFill>
              </a:rPr>
              <a:t>À utiliser uniquement si </a:t>
            </a:r>
            <a:r>
              <a:rPr lang="en-CA" sz="1200" dirty="0">
                <a:solidFill>
                  <a:schemeClr val="tx2"/>
                </a:solidFill>
              </a:rPr>
              <a:t>les couleurs </a:t>
            </a:r>
            <a:r>
              <a:rPr lang="en-CA" sz="1200" dirty="0" err="1">
                <a:solidFill>
                  <a:schemeClr val="tx2"/>
                </a:solidFill>
              </a:rPr>
              <a:t>d’accents</a:t>
            </a:r>
            <a:r>
              <a:rPr lang="en-CA" sz="1200" dirty="0">
                <a:solidFill>
                  <a:schemeClr val="tx2"/>
                </a:solidFill>
              </a:rPr>
              <a:t> </a:t>
            </a:r>
            <a:r>
              <a:rPr lang="en-CA" sz="1200" dirty="0" err="1">
                <a:solidFill>
                  <a:schemeClr val="tx2"/>
                </a:solidFill>
              </a:rPr>
              <a:t>ont</a:t>
            </a:r>
            <a:r>
              <a:rPr lang="en-CA" sz="1200" dirty="0">
                <a:solidFill>
                  <a:schemeClr val="tx2"/>
                </a:solidFill>
              </a:rPr>
              <a:t> </a:t>
            </a:r>
            <a:r>
              <a:rPr lang="en-CA" sz="1200" dirty="0" err="1">
                <a:solidFill>
                  <a:schemeClr val="tx2"/>
                </a:solidFill>
              </a:rPr>
              <a:t>été</a:t>
            </a:r>
            <a:r>
              <a:rPr lang="en-CA" sz="1200" dirty="0">
                <a:solidFill>
                  <a:schemeClr val="tx2"/>
                </a:solidFill>
              </a:rPr>
              <a:t> </a:t>
            </a:r>
            <a:r>
              <a:rPr lang="en-CA" sz="1200" dirty="0" err="1">
                <a:solidFill>
                  <a:schemeClr val="tx2"/>
                </a:solidFill>
              </a:rPr>
              <a:t>utilisées</a:t>
            </a:r>
            <a:endParaRPr lang="en-CA" sz="1200" dirty="0">
              <a:solidFill>
                <a:schemeClr val="tx2"/>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solidFill>
                  <a:schemeClr val="tx2"/>
                </a:solidFill>
              </a:rPr>
              <a:t>Voir les modèles disponibles dans le masque des diapositives </a:t>
            </a:r>
            <a:br>
              <a:rPr lang="fr-CA" sz="1200" dirty="0">
                <a:solidFill>
                  <a:schemeClr val="tx2"/>
                </a:solidFill>
              </a:rPr>
            </a:br>
            <a:endParaRPr lang="en-CA" sz="1200" dirty="0">
              <a:solidFill>
                <a:schemeClr val="tx2"/>
              </a:solidFill>
            </a:endParaRPr>
          </a:p>
        </p:txBody>
      </p:sp>
      <p:sp>
        <p:nvSpPr>
          <p:cNvPr id="16" name="Rectangle 15">
            <a:extLst>
              <a:ext uri="{FF2B5EF4-FFF2-40B4-BE49-F238E27FC236}">
                <a16:creationId xmlns:a16="http://schemas.microsoft.com/office/drawing/2014/main" id="{3BE3538A-0E7F-CCC4-3D10-770DAB1CFAB9}"/>
              </a:ext>
            </a:extLst>
          </p:cNvPr>
          <p:cNvSpPr/>
          <p:nvPr userDrawn="1"/>
        </p:nvSpPr>
        <p:spPr>
          <a:xfrm>
            <a:off x="595585" y="4876827"/>
            <a:ext cx="530553" cy="53055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22">
            <a:extLst>
              <a:ext uri="{FF2B5EF4-FFF2-40B4-BE49-F238E27FC236}">
                <a16:creationId xmlns:a16="http://schemas.microsoft.com/office/drawing/2014/main" id="{5A21806F-BFE1-746A-D4CE-5682EEDA7188}"/>
              </a:ext>
            </a:extLst>
          </p:cNvPr>
          <p:cNvSpPr txBox="1"/>
          <p:nvPr userDrawn="1"/>
        </p:nvSpPr>
        <p:spPr>
          <a:xfrm>
            <a:off x="601040" y="5527705"/>
            <a:ext cx="1994432" cy="523220"/>
          </a:xfrm>
          <a:prstGeom prst="rect">
            <a:avLst/>
          </a:prstGeom>
          <a:noFill/>
        </p:spPr>
        <p:txBody>
          <a:bodyPr wrap="square" lIns="0" rtlCol="0">
            <a:spAutoFit/>
          </a:bodyPr>
          <a:lstStyle/>
          <a:p>
            <a:r>
              <a:rPr lang="fr-CA" sz="1400" dirty="0">
                <a:solidFill>
                  <a:schemeClr val="tx2"/>
                </a:solidFill>
              </a:rPr>
              <a:t>RVB : 0-119-200</a:t>
            </a:r>
          </a:p>
          <a:p>
            <a:r>
              <a:rPr lang="fr-CA" sz="1400" dirty="0">
                <a:solidFill>
                  <a:schemeClr val="tx2"/>
                </a:solidFill>
              </a:rPr>
              <a:t>(Pantone 3005)</a:t>
            </a:r>
            <a:endParaRPr lang="en-CA" sz="1400" dirty="0">
              <a:solidFill>
                <a:schemeClr val="tx2"/>
              </a:solidFill>
            </a:endParaRPr>
          </a:p>
        </p:txBody>
      </p:sp>
      <p:sp>
        <p:nvSpPr>
          <p:cNvPr id="20" name="Rectangle 19">
            <a:extLst>
              <a:ext uri="{FF2B5EF4-FFF2-40B4-BE49-F238E27FC236}">
                <a16:creationId xmlns:a16="http://schemas.microsoft.com/office/drawing/2014/main" id="{939A5083-7F35-8E89-C44F-D175DA09B726}"/>
              </a:ext>
            </a:extLst>
          </p:cNvPr>
          <p:cNvSpPr/>
          <p:nvPr userDrawn="1"/>
        </p:nvSpPr>
        <p:spPr>
          <a:xfrm>
            <a:off x="2473712" y="4876827"/>
            <a:ext cx="530553" cy="53055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6">
            <a:extLst>
              <a:ext uri="{FF2B5EF4-FFF2-40B4-BE49-F238E27FC236}">
                <a16:creationId xmlns:a16="http://schemas.microsoft.com/office/drawing/2014/main" id="{C1005722-5C69-7618-D9D5-E18650587223}"/>
              </a:ext>
            </a:extLst>
          </p:cNvPr>
          <p:cNvSpPr txBox="1"/>
          <p:nvPr userDrawn="1"/>
        </p:nvSpPr>
        <p:spPr>
          <a:xfrm>
            <a:off x="2479444" y="5527705"/>
            <a:ext cx="1994431" cy="523220"/>
          </a:xfrm>
          <a:prstGeom prst="rect">
            <a:avLst/>
          </a:prstGeom>
          <a:noFill/>
        </p:spPr>
        <p:txBody>
          <a:bodyPr wrap="square" lIns="0" rtlCol="0">
            <a:spAutoFit/>
          </a:bodyPr>
          <a:lstStyle/>
          <a:p>
            <a:r>
              <a:rPr lang="fr-CA" sz="1400" dirty="0">
                <a:solidFill>
                  <a:schemeClr val="tx2"/>
                </a:solidFill>
              </a:rPr>
              <a:t>RVB : 84-88-91</a:t>
            </a:r>
          </a:p>
          <a:p>
            <a:r>
              <a:rPr lang="fr-CA" sz="1400" dirty="0">
                <a:solidFill>
                  <a:schemeClr val="tx2"/>
                </a:solidFill>
              </a:rPr>
              <a:t>(Pantone 425)</a:t>
            </a:r>
            <a:endParaRPr lang="en-CA" sz="1400" dirty="0">
              <a:solidFill>
                <a:schemeClr val="tx2"/>
              </a:solidFill>
            </a:endParaRPr>
          </a:p>
        </p:txBody>
      </p:sp>
      <p:sp>
        <p:nvSpPr>
          <p:cNvPr id="22" name="Rectangle 21">
            <a:extLst>
              <a:ext uri="{FF2B5EF4-FFF2-40B4-BE49-F238E27FC236}">
                <a16:creationId xmlns:a16="http://schemas.microsoft.com/office/drawing/2014/main" id="{A43F2BB3-618E-D002-FAAA-425DE770766B}"/>
              </a:ext>
            </a:extLst>
          </p:cNvPr>
          <p:cNvSpPr/>
          <p:nvPr userDrawn="1"/>
        </p:nvSpPr>
        <p:spPr>
          <a:xfrm>
            <a:off x="4291121" y="4876827"/>
            <a:ext cx="530553" cy="53055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TextBox 28">
            <a:extLst>
              <a:ext uri="{FF2B5EF4-FFF2-40B4-BE49-F238E27FC236}">
                <a16:creationId xmlns:a16="http://schemas.microsoft.com/office/drawing/2014/main" id="{F97A4404-A456-356D-794E-D8B64F59BA94}"/>
              </a:ext>
            </a:extLst>
          </p:cNvPr>
          <p:cNvSpPr txBox="1"/>
          <p:nvPr userDrawn="1"/>
        </p:nvSpPr>
        <p:spPr>
          <a:xfrm>
            <a:off x="4291121" y="5527130"/>
            <a:ext cx="2257177" cy="523220"/>
          </a:xfrm>
          <a:prstGeom prst="rect">
            <a:avLst/>
          </a:prstGeom>
          <a:noFill/>
        </p:spPr>
        <p:txBody>
          <a:bodyPr wrap="square" lIns="0" rtlCol="0">
            <a:spAutoFit/>
          </a:bodyPr>
          <a:lstStyle/>
          <a:p>
            <a:r>
              <a:rPr lang="fr-CA" sz="1400" dirty="0">
                <a:solidFill>
                  <a:schemeClr val="tx2"/>
                </a:solidFill>
              </a:rPr>
              <a:t>RVB : 189-189-189</a:t>
            </a:r>
          </a:p>
          <a:p>
            <a:r>
              <a:rPr lang="fr-CA" sz="1400" dirty="0">
                <a:solidFill>
                  <a:schemeClr val="tx2"/>
                </a:solidFill>
              </a:rPr>
              <a:t>(Pantone 877 - 50%)</a:t>
            </a:r>
          </a:p>
        </p:txBody>
      </p:sp>
      <p:sp>
        <p:nvSpPr>
          <p:cNvPr id="33" name="Title 1">
            <a:extLst>
              <a:ext uri="{FF2B5EF4-FFF2-40B4-BE49-F238E27FC236}">
                <a16:creationId xmlns:a16="http://schemas.microsoft.com/office/drawing/2014/main" id="{6059EDE7-A8CB-B3F7-FAF3-154DFA638040}"/>
              </a:ext>
            </a:extLst>
          </p:cNvPr>
          <p:cNvSpPr txBox="1">
            <a:spLocks/>
          </p:cNvSpPr>
          <p:nvPr userDrawn="1"/>
        </p:nvSpPr>
        <p:spPr>
          <a:xfrm>
            <a:off x="515938" y="625885"/>
            <a:ext cx="9626317"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dirty="0">
                <a:solidFill>
                  <a:schemeClr val="tx1"/>
                </a:solidFill>
              </a:rPr>
              <a:t>Guide de couleurs</a:t>
            </a:r>
          </a:p>
        </p:txBody>
      </p:sp>
      <p:sp>
        <p:nvSpPr>
          <p:cNvPr id="2" name="Espace réservé du numéro de diapositive 1">
            <a:extLst>
              <a:ext uri="{FF2B5EF4-FFF2-40B4-BE49-F238E27FC236}">
                <a16:creationId xmlns:a16="http://schemas.microsoft.com/office/drawing/2014/main" id="{5BDF0670-1203-F869-6B1D-BABA66FD63EB}"/>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10977094"/>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tandards et astuces">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11A658A7-A56E-4141-9F06-183E6A30A2DC}"/>
              </a:ext>
            </a:extLst>
          </p:cNvPr>
          <p:cNvSpPr txBox="1"/>
          <p:nvPr userDrawn="1"/>
        </p:nvSpPr>
        <p:spPr>
          <a:xfrm>
            <a:off x="515938" y="1797542"/>
            <a:ext cx="5399730" cy="400110"/>
          </a:xfrm>
          <a:prstGeom prst="rect">
            <a:avLst/>
          </a:prstGeom>
          <a:noFill/>
        </p:spPr>
        <p:txBody>
          <a:bodyPr wrap="square" rtlCol="0">
            <a:spAutoFit/>
          </a:bodyPr>
          <a:lstStyle/>
          <a:p>
            <a:r>
              <a:rPr lang="fr-CA" sz="2000" b="0" noProof="0" dirty="0">
                <a:solidFill>
                  <a:schemeClr val="accent1"/>
                </a:solidFill>
                <a:latin typeface="+mj-lt"/>
              </a:rPr>
              <a:t>1 – Sauvegarder une présentation</a:t>
            </a:r>
          </a:p>
        </p:txBody>
      </p:sp>
      <p:sp>
        <p:nvSpPr>
          <p:cNvPr id="44" name="TextBox 43">
            <a:extLst>
              <a:ext uri="{FF2B5EF4-FFF2-40B4-BE49-F238E27FC236}">
                <a16:creationId xmlns:a16="http://schemas.microsoft.com/office/drawing/2014/main" id="{E0EA34CC-D03F-4067-A5C1-88AB0A282F8C}"/>
              </a:ext>
            </a:extLst>
          </p:cNvPr>
          <p:cNvSpPr txBox="1"/>
          <p:nvPr userDrawn="1"/>
        </p:nvSpPr>
        <p:spPr>
          <a:xfrm>
            <a:off x="515938" y="2418936"/>
            <a:ext cx="5079056" cy="3693319"/>
          </a:xfrm>
          <a:prstGeom prst="rect">
            <a:avLst/>
          </a:prstGeom>
          <a:noFill/>
        </p:spPr>
        <p:txBody>
          <a:bodyPr wrap="square" rIns="0" rtlCol="0">
            <a:spAutoFit/>
          </a:bodyPr>
          <a:lstStyle/>
          <a:p>
            <a:r>
              <a:rPr lang="fr-CA" sz="1800" noProof="0"/>
              <a:t>La fonte Premier Tech </a:t>
            </a:r>
            <a:r>
              <a:rPr lang="fr-FR" sz="1800" noProof="0"/>
              <a:t>utilisée dans les gabarits est unique et est la propriété de Premier Tech </a:t>
            </a:r>
            <a:r>
              <a:rPr lang="fr-FR" sz="1800" noProof="0" err="1"/>
              <a:t>ltée</a:t>
            </a:r>
            <a:r>
              <a:rPr lang="fr-FR" sz="1800" noProof="0"/>
              <a:t>. Elle est disponible uniquement sur les ordinateurs PT réservés à l’usage des équipiers. Il est donc de votre responsabilité de ne pas la partager avec un tiers. Si vous devez utiliser un ordinateur externe pour présenter votre PowerPoint, il est important de l’enregistrer au format </a:t>
            </a:r>
            <a:br>
              <a:rPr lang="fr-FR" sz="1800" noProof="0"/>
            </a:br>
            <a:r>
              <a:rPr lang="fr-FR" sz="1800" noProof="0"/>
              <a:t>« Diaporama » afin de conserver la mise en page. Pour savoir comment faire, </a:t>
            </a:r>
            <a:br>
              <a:rPr lang="fr-FR" sz="1800" noProof="0"/>
            </a:br>
            <a:r>
              <a:rPr lang="fr-FR" sz="1800" noProof="0">
                <a:solidFill>
                  <a:schemeClr val="accent1"/>
                </a:solidFill>
              </a:rPr>
              <a:t>rendez-vous dans la section PowerPoint de la PT Reference.</a:t>
            </a:r>
            <a:endParaRPr lang="fr-CA" sz="1800" b="0" noProof="0">
              <a:solidFill>
                <a:schemeClr val="accent1"/>
              </a:solidFill>
            </a:endParaRPr>
          </a:p>
        </p:txBody>
      </p:sp>
      <p:sp>
        <p:nvSpPr>
          <p:cNvPr id="50" name="Title 1">
            <a:extLst>
              <a:ext uri="{FF2B5EF4-FFF2-40B4-BE49-F238E27FC236}">
                <a16:creationId xmlns:a16="http://schemas.microsoft.com/office/drawing/2014/main" id="{46509B62-8A45-45B4-9D65-14DD4EA74E64}"/>
              </a:ext>
            </a:extLst>
          </p:cNvPr>
          <p:cNvSpPr txBox="1">
            <a:spLocks/>
          </p:cNvSpPr>
          <p:nvPr userDrawn="1"/>
        </p:nvSpPr>
        <p:spPr>
          <a:xfrm>
            <a:off x="515938" y="620713"/>
            <a:ext cx="10585450"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a:solidFill>
                  <a:schemeClr val="tx1"/>
                </a:solidFill>
              </a:rPr>
              <a:t>Standards Premier Tech et </a:t>
            </a:r>
            <a:r>
              <a:rPr lang="en-CA" sz="4000" err="1">
                <a:solidFill>
                  <a:schemeClr val="tx1"/>
                </a:solidFill>
              </a:rPr>
              <a:t>astuces</a:t>
            </a:r>
            <a:endParaRPr lang="en-CA" sz="4000">
              <a:solidFill>
                <a:schemeClr val="tx1"/>
              </a:solidFill>
            </a:endParaRPr>
          </a:p>
        </p:txBody>
      </p:sp>
      <p:sp>
        <p:nvSpPr>
          <p:cNvPr id="2" name="TextBox 44">
            <a:extLst>
              <a:ext uri="{FF2B5EF4-FFF2-40B4-BE49-F238E27FC236}">
                <a16:creationId xmlns:a16="http://schemas.microsoft.com/office/drawing/2014/main" id="{B55C0FB5-E9C5-4B98-B031-5D11AA173C8C}"/>
              </a:ext>
            </a:extLst>
          </p:cNvPr>
          <p:cNvSpPr txBox="1"/>
          <p:nvPr userDrawn="1"/>
        </p:nvSpPr>
        <p:spPr>
          <a:xfrm>
            <a:off x="6096000" y="1797542"/>
            <a:ext cx="3811864" cy="400110"/>
          </a:xfrm>
          <a:prstGeom prst="rect">
            <a:avLst/>
          </a:prstGeom>
          <a:noFill/>
        </p:spPr>
        <p:txBody>
          <a:bodyPr wrap="square" rtlCol="0">
            <a:spAutoFit/>
          </a:bodyPr>
          <a:lstStyle/>
          <a:p>
            <a:r>
              <a:rPr lang="fr-CA" sz="2000" b="0" noProof="0">
                <a:solidFill>
                  <a:schemeClr val="accent1"/>
                </a:solidFill>
                <a:latin typeface="+mj-lt"/>
              </a:rPr>
              <a:t>2 – Présentation corporative</a:t>
            </a:r>
          </a:p>
        </p:txBody>
      </p:sp>
      <p:sp>
        <p:nvSpPr>
          <p:cNvPr id="3" name="TextBox 45">
            <a:extLst>
              <a:ext uri="{FF2B5EF4-FFF2-40B4-BE49-F238E27FC236}">
                <a16:creationId xmlns:a16="http://schemas.microsoft.com/office/drawing/2014/main" id="{8E11504C-1CC8-4DBE-9304-6D6CA90D7A92}"/>
              </a:ext>
            </a:extLst>
          </p:cNvPr>
          <p:cNvSpPr txBox="1"/>
          <p:nvPr userDrawn="1"/>
        </p:nvSpPr>
        <p:spPr>
          <a:xfrm>
            <a:off x="6095999" y="2418936"/>
            <a:ext cx="5371155" cy="2585323"/>
          </a:xfrm>
          <a:prstGeom prst="rect">
            <a:avLst/>
          </a:prstGeom>
          <a:noFill/>
        </p:spPr>
        <p:txBody>
          <a:bodyPr wrap="square" rIns="0" rtlCol="0">
            <a:spAutoFit/>
          </a:bodyPr>
          <a:lstStyle/>
          <a:p>
            <a:r>
              <a:rPr lang="fr-CA" sz="1800" noProof="0"/>
              <a:t>Pour présenter Premier Tech – qui nous sommes et ce que nous créons – au début de votre présentation, sélectionnez des </a:t>
            </a:r>
            <a:r>
              <a:rPr lang="fr-CA" sz="1800" noProof="0">
                <a:solidFill>
                  <a:schemeClr val="accent1"/>
                </a:solidFill>
              </a:rPr>
              <a:t>diapositives dans la présentation PowerPoint Corporative disponible sur la PT Reference. </a:t>
            </a:r>
            <a:r>
              <a:rPr lang="fr-CA" sz="1800" noProof="0"/>
              <a:t>Cette présentation contient des informations et des statistiques sur les équipiers, nos marques et nos produits, nos groupes, notre présence mondiale et notre chiffre d’affaires. </a:t>
            </a:r>
          </a:p>
        </p:txBody>
      </p:sp>
      <p:sp>
        <p:nvSpPr>
          <p:cNvPr id="4" name="Espace réservé du numéro de diapositive 3">
            <a:extLst>
              <a:ext uri="{FF2B5EF4-FFF2-40B4-BE49-F238E27FC236}">
                <a16:creationId xmlns:a16="http://schemas.microsoft.com/office/drawing/2014/main" id="{961CD38E-C745-74D9-2472-EAA99B6FE413}"/>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7620595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tandards et astuces 2">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11A658A7-A56E-4141-9F06-183E6A30A2DC}"/>
              </a:ext>
            </a:extLst>
          </p:cNvPr>
          <p:cNvSpPr txBox="1"/>
          <p:nvPr userDrawn="1"/>
        </p:nvSpPr>
        <p:spPr>
          <a:xfrm>
            <a:off x="515938" y="1828022"/>
            <a:ext cx="5399730" cy="400110"/>
          </a:xfrm>
          <a:prstGeom prst="rect">
            <a:avLst/>
          </a:prstGeom>
          <a:noFill/>
        </p:spPr>
        <p:txBody>
          <a:bodyPr wrap="square" rtlCol="0">
            <a:spAutoFit/>
          </a:bodyPr>
          <a:lstStyle/>
          <a:p>
            <a:r>
              <a:rPr lang="fr-CA" sz="2000" b="0" noProof="0">
                <a:solidFill>
                  <a:schemeClr val="accent1"/>
                </a:solidFill>
                <a:latin typeface="+mj-lt"/>
              </a:rPr>
              <a:t>3 – Envoyer une présentation</a:t>
            </a:r>
          </a:p>
        </p:txBody>
      </p:sp>
      <p:sp>
        <p:nvSpPr>
          <p:cNvPr id="44" name="TextBox 43">
            <a:extLst>
              <a:ext uri="{FF2B5EF4-FFF2-40B4-BE49-F238E27FC236}">
                <a16:creationId xmlns:a16="http://schemas.microsoft.com/office/drawing/2014/main" id="{E0EA34CC-D03F-4067-A5C1-88AB0A282F8C}"/>
              </a:ext>
            </a:extLst>
          </p:cNvPr>
          <p:cNvSpPr txBox="1"/>
          <p:nvPr userDrawn="1"/>
        </p:nvSpPr>
        <p:spPr>
          <a:xfrm>
            <a:off x="515938" y="2458941"/>
            <a:ext cx="5079056" cy="2031325"/>
          </a:xfrm>
          <a:prstGeom prst="rect">
            <a:avLst/>
          </a:prstGeom>
          <a:noFill/>
        </p:spPr>
        <p:txBody>
          <a:bodyPr wrap="square" rIns="0" rtlCol="0">
            <a:spAutoFit/>
          </a:bodyPr>
          <a:lstStyle/>
          <a:p>
            <a:r>
              <a:rPr lang="fr-CA" sz="1800" noProof="0"/>
              <a:t>Pour des raisons de propriété intellectuelle, les présentations PowerPoint transmises à l’externe, </a:t>
            </a:r>
            <a:r>
              <a:rPr lang="fr-FR" sz="1800" noProof="0"/>
              <a:t>par exemple à un client ou à un partenaire, devraient toujours être partagées en format PDF. </a:t>
            </a:r>
            <a:r>
              <a:rPr lang="fr-FR" sz="1800" noProof="0">
                <a:solidFill>
                  <a:schemeClr val="tx1"/>
                </a:solidFill>
              </a:rPr>
              <a:t>Pour savoir comment faire, </a:t>
            </a:r>
            <a:r>
              <a:rPr lang="fr-FR" sz="1800" noProof="0">
                <a:solidFill>
                  <a:schemeClr val="accent1"/>
                </a:solidFill>
              </a:rPr>
              <a:t>rendez-vous dans la section PowerPoint de la PT Reference.</a:t>
            </a:r>
            <a:endParaRPr lang="fr-CA" sz="1800" noProof="0">
              <a:solidFill>
                <a:schemeClr val="accent1"/>
              </a:solidFill>
            </a:endParaRPr>
          </a:p>
        </p:txBody>
      </p:sp>
      <p:sp>
        <p:nvSpPr>
          <p:cNvPr id="50" name="Title 1">
            <a:extLst>
              <a:ext uri="{FF2B5EF4-FFF2-40B4-BE49-F238E27FC236}">
                <a16:creationId xmlns:a16="http://schemas.microsoft.com/office/drawing/2014/main" id="{46509B62-8A45-45B4-9D65-14DD4EA74E64}"/>
              </a:ext>
            </a:extLst>
          </p:cNvPr>
          <p:cNvSpPr txBox="1">
            <a:spLocks/>
          </p:cNvSpPr>
          <p:nvPr userDrawn="1"/>
        </p:nvSpPr>
        <p:spPr>
          <a:xfrm>
            <a:off x="515938" y="631826"/>
            <a:ext cx="10585450" cy="646331"/>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accent1"/>
                </a:solidFill>
                <a:latin typeface="+mj-lt"/>
                <a:ea typeface="+mj-ea"/>
                <a:cs typeface="+mj-cs"/>
              </a:defRPr>
            </a:lvl1pPr>
          </a:lstStyle>
          <a:p>
            <a:r>
              <a:rPr lang="en-CA" sz="4000">
                <a:solidFill>
                  <a:schemeClr val="tx1"/>
                </a:solidFill>
              </a:rPr>
              <a:t>Standards Premier Tech et </a:t>
            </a:r>
            <a:r>
              <a:rPr lang="en-CA" sz="4000" err="1">
                <a:solidFill>
                  <a:schemeClr val="tx1"/>
                </a:solidFill>
              </a:rPr>
              <a:t>astuces</a:t>
            </a:r>
            <a:r>
              <a:rPr lang="en-CA" sz="4000">
                <a:solidFill>
                  <a:schemeClr val="tx1"/>
                </a:solidFill>
              </a:rPr>
              <a:t> - suite</a:t>
            </a:r>
          </a:p>
        </p:txBody>
      </p:sp>
      <p:sp>
        <p:nvSpPr>
          <p:cNvPr id="2" name="Espace réservé du numéro de diapositive 1">
            <a:extLst>
              <a:ext uri="{FF2B5EF4-FFF2-40B4-BE49-F238E27FC236}">
                <a16:creationId xmlns:a16="http://schemas.microsoft.com/office/drawing/2014/main" id="{243EEB7B-5109-7E39-179E-210E795BB90E}"/>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1711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Logo PT">
    <p:spTree>
      <p:nvGrpSpPr>
        <p:cNvPr id="1" name=""/>
        <p:cNvGrpSpPr/>
        <p:nvPr/>
      </p:nvGrpSpPr>
      <p:grpSpPr>
        <a:xfrm>
          <a:off x="0" y="0"/>
          <a:ext cx="0" cy="0"/>
          <a:chOff x="0" y="0"/>
          <a:chExt cx="0" cy="0"/>
        </a:xfrm>
      </p:grpSpPr>
      <p:pic>
        <p:nvPicPr>
          <p:cNvPr id="3" name="Graphique 2">
            <a:extLst>
              <a:ext uri="{FF2B5EF4-FFF2-40B4-BE49-F238E27FC236}">
                <a16:creationId xmlns:a16="http://schemas.microsoft.com/office/drawing/2014/main" id="{CAD02CBF-92A3-4255-89B5-DFE023338C9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71093" y="2096621"/>
            <a:ext cx="6049815" cy="2474258"/>
          </a:xfrm>
          <a:prstGeom prst="rect">
            <a:avLst/>
          </a:prstGeom>
        </p:spPr>
      </p:pic>
    </p:spTree>
    <p:extLst>
      <p:ext uri="{BB962C8B-B14F-4D97-AF65-F5344CB8AC3E}">
        <p14:creationId xmlns:p14="http://schemas.microsoft.com/office/powerpoint/2010/main" val="328343422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age titre">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0CCE2091-1CED-88EA-F38B-14FB6080B961}"/>
              </a:ext>
            </a:extLst>
          </p:cNvPr>
          <p:cNvSpPr>
            <a:spLocks noGrp="1"/>
          </p:cNvSpPr>
          <p:nvPr>
            <p:ph type="body" sz="quarter" idx="11" hasCustomPrompt="1"/>
          </p:nvPr>
        </p:nvSpPr>
        <p:spPr>
          <a:xfrm>
            <a:off x="515938" y="3768904"/>
            <a:ext cx="8452964" cy="369332"/>
          </a:xfrm>
        </p:spPr>
        <p:txBody>
          <a:bodyPr>
            <a:spAutoFit/>
          </a:bodyPr>
          <a:lstStyle>
            <a:lvl1pPr marL="0" indent="0">
              <a:buNone/>
              <a:defRPr sz="1800"/>
            </a:lvl1pPr>
          </a:lstStyle>
          <a:p>
            <a:pPr lvl="0"/>
            <a:r>
              <a:rPr lang="fr-CA"/>
              <a:t>XXXX.XX.XX – Statut du projet, Acronymes</a:t>
            </a:r>
            <a:endParaRPr lang="en-CA"/>
          </a:p>
        </p:txBody>
      </p:sp>
      <p:sp>
        <p:nvSpPr>
          <p:cNvPr id="4" name="Titre 3">
            <a:extLst>
              <a:ext uri="{FF2B5EF4-FFF2-40B4-BE49-F238E27FC236}">
                <a16:creationId xmlns:a16="http://schemas.microsoft.com/office/drawing/2014/main" id="{554CCA82-A609-1297-7BAA-7A464A2E4A2F}"/>
              </a:ext>
            </a:extLst>
          </p:cNvPr>
          <p:cNvSpPr>
            <a:spLocks noGrp="1"/>
          </p:cNvSpPr>
          <p:nvPr>
            <p:ph type="title"/>
          </p:nvPr>
        </p:nvSpPr>
        <p:spPr>
          <a:xfrm>
            <a:off x="515939" y="2828007"/>
            <a:ext cx="8452963" cy="830997"/>
          </a:xfrm>
        </p:spPr>
        <p:txBody>
          <a:bodyPr>
            <a:spAutoFit/>
          </a:bodyPr>
          <a:lstStyle>
            <a:lvl1pPr>
              <a:defRPr sz="4800">
                <a:latin typeface="Premier Tech Title" pitchFamily="2" charset="0"/>
                <a:ea typeface="Premier Tech Title" pitchFamily="2" charset="0"/>
              </a:defRPr>
            </a:lvl1pPr>
          </a:lstStyle>
          <a:p>
            <a:r>
              <a:rPr lang="fr-FR"/>
              <a:t>Modifiez le style du titre</a:t>
            </a:r>
            <a:endParaRPr lang="en-CA"/>
          </a:p>
        </p:txBody>
      </p:sp>
      <p:sp>
        <p:nvSpPr>
          <p:cNvPr id="14" name="Espace réservé du texte 13">
            <a:extLst>
              <a:ext uri="{FF2B5EF4-FFF2-40B4-BE49-F238E27FC236}">
                <a16:creationId xmlns:a16="http://schemas.microsoft.com/office/drawing/2014/main" id="{2D792E9D-F4D0-B728-CE0B-E9366053B73B}"/>
              </a:ext>
            </a:extLst>
          </p:cNvPr>
          <p:cNvSpPr>
            <a:spLocks noGrp="1"/>
          </p:cNvSpPr>
          <p:nvPr>
            <p:ph type="body" sz="quarter" idx="14" hasCustomPrompt="1"/>
          </p:nvPr>
        </p:nvSpPr>
        <p:spPr>
          <a:xfrm>
            <a:off x="515938" y="2133332"/>
            <a:ext cx="8452963" cy="584775"/>
          </a:xfrm>
        </p:spPr>
        <p:txBody>
          <a:bodyPr>
            <a:spAutoFit/>
          </a:bodyPr>
          <a:lstStyle>
            <a:lvl1pPr marL="0" indent="0">
              <a:buNone/>
              <a:defRPr sz="3200">
                <a:latin typeface="Premier Tech Title" pitchFamily="2" charset="0"/>
                <a:ea typeface="Premier Tech Title" pitchFamily="2" charset="0"/>
              </a:defRPr>
            </a:lvl1pPr>
          </a:lstStyle>
          <a:p>
            <a:pPr lvl="0"/>
            <a:r>
              <a:rPr lang="fr-CA"/>
              <a:t>Surtitre</a:t>
            </a:r>
            <a:endParaRPr lang="en-CA"/>
          </a:p>
        </p:txBody>
      </p:sp>
      <p:sp>
        <p:nvSpPr>
          <p:cNvPr id="3" name="Rectangle 2">
            <a:extLst>
              <a:ext uri="{FF2B5EF4-FFF2-40B4-BE49-F238E27FC236}">
                <a16:creationId xmlns:a16="http://schemas.microsoft.com/office/drawing/2014/main" id="{4F87AF44-F554-4051-4DB2-0BBE4134F0BE}"/>
              </a:ext>
            </a:extLst>
          </p:cNvPr>
          <p:cNvSpPr/>
          <p:nvPr userDrawn="1"/>
        </p:nvSpPr>
        <p:spPr>
          <a:xfrm>
            <a:off x="9043599" y="6439624"/>
            <a:ext cx="3031012" cy="291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4">
            <a:extLst>
              <a:ext uri="{FF2B5EF4-FFF2-40B4-BE49-F238E27FC236}">
                <a16:creationId xmlns:a16="http://schemas.microsoft.com/office/drawing/2014/main" id="{F1EAEC5E-F8B2-C5BA-9F99-D20800395678}"/>
              </a:ext>
            </a:extLst>
          </p:cNvPr>
          <p:cNvSpPr/>
          <p:nvPr userDrawn="1"/>
        </p:nvSpPr>
        <p:spPr>
          <a:xfrm>
            <a:off x="11187181"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6" name="Rectangle 5">
            <a:extLst>
              <a:ext uri="{FF2B5EF4-FFF2-40B4-BE49-F238E27FC236}">
                <a16:creationId xmlns:a16="http://schemas.microsoft.com/office/drawing/2014/main" id="{112719C6-15A0-D50A-00C2-29E1B553E25B}"/>
              </a:ext>
            </a:extLst>
          </p:cNvPr>
          <p:cNvSpPr/>
          <p:nvPr userDrawn="1"/>
        </p:nvSpPr>
        <p:spPr>
          <a:xfrm>
            <a:off x="9271031" y="6550511"/>
            <a:ext cx="2016000" cy="180425"/>
          </a:xfrm>
          <a:prstGeom prst="rect">
            <a:avLst/>
          </a:prstGeom>
        </p:spPr>
        <p:txBody>
          <a:bodyPr wrap="square" lIns="36000" tIns="36000" rIns="36000" bIns="36000" anchor="ctr" anchorCtr="0">
            <a:spAutoFit/>
          </a:bodyPr>
          <a:lstStyle/>
          <a:p>
            <a:pPr algn="r">
              <a:defRPr/>
            </a:pPr>
            <a:r>
              <a:rPr lang="en-CA" sz="700" b="0" i="0">
                <a:solidFill>
                  <a:schemeClr val="accent2"/>
                </a:solidFill>
                <a:effectLst/>
                <a:latin typeface="+mn-lt"/>
              </a:rPr>
              <a:t>© Premier Tech </a:t>
            </a:r>
            <a:r>
              <a:rPr lang="en-CA" sz="700" b="0" i="0" err="1">
                <a:solidFill>
                  <a:schemeClr val="accent2"/>
                </a:solidFill>
                <a:effectLst/>
                <a:latin typeface="+mn-lt"/>
              </a:rPr>
              <a:t>ltée</a:t>
            </a:r>
            <a:r>
              <a:rPr lang="en-CA" sz="700" b="0" i="0">
                <a:solidFill>
                  <a:schemeClr val="accent2"/>
                </a:solidFill>
                <a:effectLst/>
                <a:latin typeface="+mn-lt"/>
              </a:rPr>
              <a:t>. Tous droits </a:t>
            </a:r>
            <a:r>
              <a:rPr lang="en-CA" sz="700" b="0" i="0" err="1">
                <a:solidFill>
                  <a:schemeClr val="accent2"/>
                </a:solidFill>
                <a:effectLst/>
                <a:latin typeface="+mn-lt"/>
              </a:rPr>
              <a:t>réservés</a:t>
            </a:r>
            <a:r>
              <a:rPr lang="en-CA" sz="700" b="0" i="0">
                <a:solidFill>
                  <a:schemeClr val="accent2"/>
                </a:solidFill>
                <a:effectLst/>
                <a:latin typeface="+mn-lt"/>
              </a:rPr>
              <a:t>.</a:t>
            </a:r>
            <a:endParaRPr lang="en-CA" sz="700" spc="0">
              <a:solidFill>
                <a:schemeClr val="accent2"/>
              </a:solidFill>
              <a:latin typeface="+mn-lt"/>
            </a:endParaRPr>
          </a:p>
        </p:txBody>
      </p:sp>
    </p:spTree>
    <p:extLst>
      <p:ext uri="{BB962C8B-B14F-4D97-AF65-F5344CB8AC3E}">
        <p14:creationId xmlns:p14="http://schemas.microsoft.com/office/powerpoint/2010/main" val="4292001084"/>
      </p:ext>
    </p:extLst>
  </p:cSld>
  <p:clrMapOvr>
    <a:masterClrMapping/>
  </p:clrMapOvr>
  <p:extLst>
    <p:ext uri="{DCECCB84-F9BA-43D5-87BE-67443E8EF086}">
      <p15:sldGuideLst xmlns:p15="http://schemas.microsoft.com/office/powerpoint/2012/main">
        <p15:guide id="1" orient="horz" pos="170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re de présentati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82850C-5A8E-4C8D-9C6D-4EDE00B9E9B1}"/>
              </a:ext>
            </a:extLst>
          </p:cNvPr>
          <p:cNvSpPr>
            <a:spLocks noGrp="1"/>
          </p:cNvSpPr>
          <p:nvPr>
            <p:ph type="title" hasCustomPrompt="1"/>
          </p:nvPr>
        </p:nvSpPr>
        <p:spPr>
          <a:xfrm>
            <a:off x="515939" y="1919576"/>
            <a:ext cx="11160124" cy="2062103"/>
          </a:xfrm>
        </p:spPr>
        <p:txBody>
          <a:bodyPr anchor="t">
            <a:spAutoFit/>
          </a:bodyPr>
          <a:lstStyle>
            <a:lvl1pPr algn="ctr">
              <a:defRPr sz="6400">
                <a:solidFill>
                  <a:schemeClr val="tx1"/>
                </a:solidFill>
                <a:latin typeface="Premier Tech Title" pitchFamily="2" charset="0"/>
                <a:ea typeface="Premier Tech Title" pitchFamily="2" charset="0"/>
              </a:defRPr>
            </a:lvl1pPr>
          </a:lstStyle>
          <a:p>
            <a:r>
              <a:rPr lang="fr-CA" noProof="0"/>
              <a:t>Titre de la </a:t>
            </a:r>
            <a:br>
              <a:rPr lang="fr-CA" noProof="0"/>
            </a:br>
            <a:r>
              <a:rPr lang="fr-CA" noProof="0"/>
              <a:t>présentation</a:t>
            </a:r>
          </a:p>
        </p:txBody>
      </p:sp>
      <p:sp>
        <p:nvSpPr>
          <p:cNvPr id="2" name="Rectangle 1">
            <a:extLst>
              <a:ext uri="{FF2B5EF4-FFF2-40B4-BE49-F238E27FC236}">
                <a16:creationId xmlns:a16="http://schemas.microsoft.com/office/drawing/2014/main" id="{03285EC9-99DC-9775-A6EB-D07E81DD079D}"/>
              </a:ext>
            </a:extLst>
          </p:cNvPr>
          <p:cNvSpPr/>
          <p:nvPr userDrawn="1"/>
        </p:nvSpPr>
        <p:spPr>
          <a:xfrm>
            <a:off x="9043599" y="6439624"/>
            <a:ext cx="3031012" cy="2913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Rectangle 2">
            <a:extLst>
              <a:ext uri="{FF2B5EF4-FFF2-40B4-BE49-F238E27FC236}">
                <a16:creationId xmlns:a16="http://schemas.microsoft.com/office/drawing/2014/main" id="{4036C68E-C21A-CFE9-7A67-297A6AF621CE}"/>
              </a:ext>
            </a:extLst>
          </p:cNvPr>
          <p:cNvSpPr/>
          <p:nvPr userDrawn="1"/>
        </p:nvSpPr>
        <p:spPr>
          <a:xfrm>
            <a:off x="11187181"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5" name="Rectangle 4">
            <a:extLst>
              <a:ext uri="{FF2B5EF4-FFF2-40B4-BE49-F238E27FC236}">
                <a16:creationId xmlns:a16="http://schemas.microsoft.com/office/drawing/2014/main" id="{4D1E38BC-1AD5-FBE9-8F18-EDC1FB4053F7}"/>
              </a:ext>
            </a:extLst>
          </p:cNvPr>
          <p:cNvSpPr/>
          <p:nvPr userDrawn="1"/>
        </p:nvSpPr>
        <p:spPr>
          <a:xfrm>
            <a:off x="9271031" y="6550511"/>
            <a:ext cx="2016000" cy="180425"/>
          </a:xfrm>
          <a:prstGeom prst="rect">
            <a:avLst/>
          </a:prstGeom>
        </p:spPr>
        <p:txBody>
          <a:bodyPr wrap="square" lIns="36000" tIns="36000" rIns="36000" bIns="36000" anchor="ctr" anchorCtr="0">
            <a:spAutoFit/>
          </a:bodyPr>
          <a:lstStyle/>
          <a:p>
            <a:pPr algn="r">
              <a:defRPr/>
            </a:pPr>
            <a:r>
              <a:rPr lang="en-CA" sz="700" b="0" i="0">
                <a:solidFill>
                  <a:schemeClr val="accent2"/>
                </a:solidFill>
                <a:effectLst/>
                <a:latin typeface="+mn-lt"/>
              </a:rPr>
              <a:t>© Premier Tech </a:t>
            </a:r>
            <a:r>
              <a:rPr lang="en-CA" sz="700" b="0" i="0" err="1">
                <a:solidFill>
                  <a:schemeClr val="accent2"/>
                </a:solidFill>
                <a:effectLst/>
                <a:latin typeface="+mn-lt"/>
              </a:rPr>
              <a:t>ltée</a:t>
            </a:r>
            <a:r>
              <a:rPr lang="en-CA" sz="700" b="0" i="0">
                <a:solidFill>
                  <a:schemeClr val="accent2"/>
                </a:solidFill>
                <a:effectLst/>
                <a:latin typeface="+mn-lt"/>
              </a:rPr>
              <a:t>. Tous droits </a:t>
            </a:r>
            <a:r>
              <a:rPr lang="en-CA" sz="700" b="0" i="0" err="1">
                <a:solidFill>
                  <a:schemeClr val="accent2"/>
                </a:solidFill>
                <a:effectLst/>
                <a:latin typeface="+mn-lt"/>
              </a:rPr>
              <a:t>réservés</a:t>
            </a:r>
            <a:r>
              <a:rPr lang="en-CA" sz="700" b="0" i="0">
                <a:solidFill>
                  <a:schemeClr val="accent2"/>
                </a:solidFill>
                <a:effectLst/>
                <a:latin typeface="+mn-lt"/>
              </a:rPr>
              <a:t>.</a:t>
            </a:r>
            <a:endParaRPr lang="en-CA" sz="700" spc="0">
              <a:solidFill>
                <a:schemeClr val="accent2"/>
              </a:solidFill>
              <a:latin typeface="+mn-lt"/>
            </a:endParaRPr>
          </a:p>
        </p:txBody>
      </p:sp>
    </p:spTree>
    <p:extLst>
      <p:ext uri="{BB962C8B-B14F-4D97-AF65-F5344CB8AC3E}">
        <p14:creationId xmlns:p14="http://schemas.microsoft.com/office/powerpoint/2010/main" val="3072169356"/>
      </p:ext>
    </p:extLst>
  </p:cSld>
  <p:clrMapOvr>
    <a:masterClrMapping/>
  </p:clrMapOvr>
  <p:extLst>
    <p:ext uri="{DCECCB84-F9BA-43D5-87BE-67443E8EF086}">
      <p15:sldGuideLst xmlns:p15="http://schemas.microsoft.com/office/powerpoint/2012/main">
        <p15:guide id="1" orient="horz" pos="170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able des matières">
    <p:spTree>
      <p:nvGrpSpPr>
        <p:cNvPr id="1" name=""/>
        <p:cNvGrpSpPr/>
        <p:nvPr/>
      </p:nvGrpSpPr>
      <p:grpSpPr>
        <a:xfrm>
          <a:off x="0" y="0"/>
          <a:ext cx="0" cy="0"/>
          <a:chOff x="0" y="0"/>
          <a:chExt cx="0" cy="0"/>
        </a:xfrm>
      </p:grpSpPr>
      <p:sp>
        <p:nvSpPr>
          <p:cNvPr id="23" name="Text Placeholder 5">
            <a:extLst>
              <a:ext uri="{FF2B5EF4-FFF2-40B4-BE49-F238E27FC236}">
                <a16:creationId xmlns:a16="http://schemas.microsoft.com/office/drawing/2014/main" id="{1FA90085-CDD4-151F-624F-57F8C0F82E0D}"/>
              </a:ext>
            </a:extLst>
          </p:cNvPr>
          <p:cNvSpPr>
            <a:spLocks noGrp="1"/>
          </p:cNvSpPr>
          <p:nvPr>
            <p:ph type="body" sz="quarter" idx="11" hasCustomPrompt="1"/>
          </p:nvPr>
        </p:nvSpPr>
        <p:spPr>
          <a:xfrm>
            <a:off x="4491372" y="1987722"/>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1</a:t>
            </a:r>
          </a:p>
        </p:txBody>
      </p:sp>
      <p:sp>
        <p:nvSpPr>
          <p:cNvPr id="24" name="Text Placeholder 5">
            <a:extLst>
              <a:ext uri="{FF2B5EF4-FFF2-40B4-BE49-F238E27FC236}">
                <a16:creationId xmlns:a16="http://schemas.microsoft.com/office/drawing/2014/main" id="{FC1151BE-002A-4278-AFAA-0C936C022DC2}"/>
              </a:ext>
            </a:extLst>
          </p:cNvPr>
          <p:cNvSpPr>
            <a:spLocks noGrp="1"/>
          </p:cNvSpPr>
          <p:nvPr>
            <p:ph type="body" sz="quarter" idx="15" hasCustomPrompt="1"/>
          </p:nvPr>
        </p:nvSpPr>
        <p:spPr>
          <a:xfrm>
            <a:off x="4491376" y="2503374"/>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2</a:t>
            </a:r>
          </a:p>
        </p:txBody>
      </p:sp>
      <p:sp>
        <p:nvSpPr>
          <p:cNvPr id="25" name="Text Placeholder 5">
            <a:extLst>
              <a:ext uri="{FF2B5EF4-FFF2-40B4-BE49-F238E27FC236}">
                <a16:creationId xmlns:a16="http://schemas.microsoft.com/office/drawing/2014/main" id="{4A9CFCBD-E91A-CC4F-2DB0-6DD4A1B68396}"/>
              </a:ext>
            </a:extLst>
          </p:cNvPr>
          <p:cNvSpPr>
            <a:spLocks noGrp="1"/>
          </p:cNvSpPr>
          <p:nvPr>
            <p:ph type="body" sz="quarter" idx="16" hasCustomPrompt="1"/>
          </p:nvPr>
        </p:nvSpPr>
        <p:spPr>
          <a:xfrm>
            <a:off x="4491374" y="3019026"/>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3</a:t>
            </a:r>
          </a:p>
        </p:txBody>
      </p:sp>
      <p:sp>
        <p:nvSpPr>
          <p:cNvPr id="26" name="Text Placeholder 5">
            <a:extLst>
              <a:ext uri="{FF2B5EF4-FFF2-40B4-BE49-F238E27FC236}">
                <a16:creationId xmlns:a16="http://schemas.microsoft.com/office/drawing/2014/main" id="{5E599C50-FBC8-F0BE-4AAA-126DB18CB649}"/>
              </a:ext>
            </a:extLst>
          </p:cNvPr>
          <p:cNvSpPr>
            <a:spLocks noGrp="1"/>
          </p:cNvSpPr>
          <p:nvPr>
            <p:ph type="body" sz="quarter" idx="17" hasCustomPrompt="1"/>
          </p:nvPr>
        </p:nvSpPr>
        <p:spPr>
          <a:xfrm>
            <a:off x="4491372" y="3534678"/>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4</a:t>
            </a:r>
          </a:p>
        </p:txBody>
      </p:sp>
      <p:sp>
        <p:nvSpPr>
          <p:cNvPr id="27" name="Text Placeholder 5">
            <a:extLst>
              <a:ext uri="{FF2B5EF4-FFF2-40B4-BE49-F238E27FC236}">
                <a16:creationId xmlns:a16="http://schemas.microsoft.com/office/drawing/2014/main" id="{EC302955-3470-94E2-F9F2-EAB45BC53348}"/>
              </a:ext>
            </a:extLst>
          </p:cNvPr>
          <p:cNvSpPr>
            <a:spLocks noGrp="1"/>
          </p:cNvSpPr>
          <p:nvPr>
            <p:ph type="body" sz="quarter" idx="18" hasCustomPrompt="1"/>
          </p:nvPr>
        </p:nvSpPr>
        <p:spPr>
          <a:xfrm>
            <a:off x="4491372" y="4050330"/>
            <a:ext cx="684000" cy="461665"/>
          </a:xfrm>
        </p:spPr>
        <p:txBody>
          <a:bodyPr anchor="t">
            <a:spAutoFit/>
          </a:bodyPr>
          <a:lstStyle>
            <a:lvl1pPr marL="0" indent="0" algn="ctr">
              <a:lnSpc>
                <a:spcPct val="100000"/>
              </a:lnSpc>
              <a:buFont typeface="Arial" panose="020B0604020202020204" pitchFamily="34" charset="0"/>
              <a:buNone/>
              <a:defRPr sz="2400" b="0">
                <a:solidFill>
                  <a:schemeClr val="accent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a:t>5</a:t>
            </a:r>
          </a:p>
        </p:txBody>
      </p:sp>
      <p:sp>
        <p:nvSpPr>
          <p:cNvPr id="28" name="Text Placeholder 5">
            <a:extLst>
              <a:ext uri="{FF2B5EF4-FFF2-40B4-BE49-F238E27FC236}">
                <a16:creationId xmlns:a16="http://schemas.microsoft.com/office/drawing/2014/main" id="{6A6598F0-46B3-95AF-EF37-F54B1064F144}"/>
              </a:ext>
            </a:extLst>
          </p:cNvPr>
          <p:cNvSpPr>
            <a:spLocks noGrp="1"/>
          </p:cNvSpPr>
          <p:nvPr>
            <p:ph type="body" sz="quarter" idx="19" hasCustomPrompt="1"/>
          </p:nvPr>
        </p:nvSpPr>
        <p:spPr>
          <a:xfrm>
            <a:off x="5175372" y="1987722"/>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fr-CA"/>
              <a:t>T</a:t>
            </a:r>
            <a:r>
              <a:rPr lang="en-US" err="1"/>
              <a:t>itre</a:t>
            </a:r>
            <a:r>
              <a:rPr lang="en-US"/>
              <a:t> de section</a:t>
            </a:r>
          </a:p>
        </p:txBody>
      </p:sp>
      <p:sp>
        <p:nvSpPr>
          <p:cNvPr id="29" name="Text Placeholder 5">
            <a:extLst>
              <a:ext uri="{FF2B5EF4-FFF2-40B4-BE49-F238E27FC236}">
                <a16:creationId xmlns:a16="http://schemas.microsoft.com/office/drawing/2014/main" id="{539A90D9-309E-1308-DBA4-30C57506E573}"/>
              </a:ext>
            </a:extLst>
          </p:cNvPr>
          <p:cNvSpPr>
            <a:spLocks noGrp="1"/>
          </p:cNvSpPr>
          <p:nvPr>
            <p:ph type="body" sz="quarter" idx="20" hasCustomPrompt="1"/>
          </p:nvPr>
        </p:nvSpPr>
        <p:spPr>
          <a:xfrm>
            <a:off x="5175375" y="2503374"/>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0" name="Text Placeholder 5">
            <a:extLst>
              <a:ext uri="{FF2B5EF4-FFF2-40B4-BE49-F238E27FC236}">
                <a16:creationId xmlns:a16="http://schemas.microsoft.com/office/drawing/2014/main" id="{6E692805-2036-5EF4-6B32-582E89EBC85F}"/>
              </a:ext>
            </a:extLst>
          </p:cNvPr>
          <p:cNvSpPr>
            <a:spLocks noGrp="1"/>
          </p:cNvSpPr>
          <p:nvPr>
            <p:ph type="body" sz="quarter" idx="21" hasCustomPrompt="1"/>
          </p:nvPr>
        </p:nvSpPr>
        <p:spPr>
          <a:xfrm>
            <a:off x="5175374" y="3019026"/>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1" name="Text Placeholder 5">
            <a:extLst>
              <a:ext uri="{FF2B5EF4-FFF2-40B4-BE49-F238E27FC236}">
                <a16:creationId xmlns:a16="http://schemas.microsoft.com/office/drawing/2014/main" id="{1225F3D0-0C3C-270D-2319-31313265644D}"/>
              </a:ext>
            </a:extLst>
          </p:cNvPr>
          <p:cNvSpPr>
            <a:spLocks noGrp="1"/>
          </p:cNvSpPr>
          <p:nvPr>
            <p:ph type="body" sz="quarter" idx="22" hasCustomPrompt="1"/>
          </p:nvPr>
        </p:nvSpPr>
        <p:spPr>
          <a:xfrm>
            <a:off x="5175372" y="3534678"/>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2" name="Text Placeholder 5">
            <a:extLst>
              <a:ext uri="{FF2B5EF4-FFF2-40B4-BE49-F238E27FC236}">
                <a16:creationId xmlns:a16="http://schemas.microsoft.com/office/drawing/2014/main" id="{695B2D83-3A6B-9D1B-1179-ED2388677DD6}"/>
              </a:ext>
            </a:extLst>
          </p:cNvPr>
          <p:cNvSpPr>
            <a:spLocks noGrp="1"/>
          </p:cNvSpPr>
          <p:nvPr>
            <p:ph type="body" sz="quarter" idx="23" hasCustomPrompt="1"/>
          </p:nvPr>
        </p:nvSpPr>
        <p:spPr>
          <a:xfrm>
            <a:off x="5175372" y="4050330"/>
            <a:ext cx="5847313" cy="461665"/>
          </a:xfrm>
        </p:spPr>
        <p:txBody>
          <a:bodyPr anchor="t">
            <a:spAutoFit/>
          </a:bodyPr>
          <a:lstStyle>
            <a:lvl1pPr marL="0" indent="0">
              <a:lnSpc>
                <a:spcPct val="100000"/>
              </a:lnSpc>
              <a:buFont typeface="Arial" panose="020B0604020202020204" pitchFamily="34" charset="0"/>
              <a:buNone/>
              <a:defRPr sz="2400" b="0">
                <a:solidFill>
                  <a:schemeClr val="tx1"/>
                </a:solidFill>
                <a:latin typeface="+mn-lt"/>
              </a:defRPr>
            </a:lvl1pPr>
            <a:lvl2pPr marL="0" indent="0">
              <a:buFont typeface="Arial" panose="020B0604020202020204" pitchFamily="34" charset="0"/>
              <a:buNone/>
              <a:defRPr sz="2800"/>
            </a:lvl2pPr>
            <a:lvl3pPr marL="0" indent="0">
              <a:buFont typeface="Arial" panose="020B0604020202020204" pitchFamily="34" charset="0"/>
              <a:buNone/>
              <a:defRPr sz="2800"/>
            </a:lvl3pPr>
            <a:lvl4pPr marL="0" indent="0">
              <a:buFont typeface="Arial" panose="020B0604020202020204" pitchFamily="34" charset="0"/>
              <a:buNone/>
              <a:defRPr sz="2800"/>
            </a:lvl4pPr>
            <a:lvl5pPr marL="0" indent="0">
              <a:buFont typeface="Arial" panose="020B0604020202020204" pitchFamily="34" charset="0"/>
              <a:buNone/>
              <a:defRPr sz="2800"/>
            </a:lvl5pPr>
          </a:lstStyle>
          <a:p>
            <a:pPr lvl="0"/>
            <a:r>
              <a:rPr lang="en-US" err="1"/>
              <a:t>Titre</a:t>
            </a:r>
            <a:r>
              <a:rPr lang="en-US"/>
              <a:t> de section</a:t>
            </a:r>
          </a:p>
        </p:txBody>
      </p:sp>
      <p:sp>
        <p:nvSpPr>
          <p:cNvPr id="39" name="Titre 38">
            <a:extLst>
              <a:ext uri="{FF2B5EF4-FFF2-40B4-BE49-F238E27FC236}">
                <a16:creationId xmlns:a16="http://schemas.microsoft.com/office/drawing/2014/main" id="{8C22D9A5-79B5-86E8-8513-32A2B6C87292}"/>
              </a:ext>
            </a:extLst>
          </p:cNvPr>
          <p:cNvSpPr>
            <a:spLocks noGrp="1"/>
          </p:cNvSpPr>
          <p:nvPr>
            <p:ph type="title" hasCustomPrompt="1"/>
          </p:nvPr>
        </p:nvSpPr>
        <p:spPr>
          <a:xfrm>
            <a:off x="1201580" y="2605429"/>
            <a:ext cx="2484000" cy="1200329"/>
          </a:xfrm>
        </p:spPr>
        <p:txBody>
          <a:bodyPr wrap="square" anchor="t">
            <a:spAutoFit/>
          </a:bodyPr>
          <a:lstStyle>
            <a:lvl1pPr algn="ctr">
              <a:defRPr sz="3600">
                <a:latin typeface="Premier Tech Title" pitchFamily="2" charset="0"/>
                <a:ea typeface="Premier Tech Title" pitchFamily="2" charset="0"/>
              </a:defRPr>
            </a:lvl1pPr>
          </a:lstStyle>
          <a:p>
            <a:r>
              <a:rPr lang="fr-FR"/>
              <a:t>Table des matières</a:t>
            </a:r>
            <a:endParaRPr lang="en-CA"/>
          </a:p>
        </p:txBody>
      </p:sp>
      <p:sp>
        <p:nvSpPr>
          <p:cNvPr id="2" name="Espace réservé du numéro de diapositive 1">
            <a:extLst>
              <a:ext uri="{FF2B5EF4-FFF2-40B4-BE49-F238E27FC236}">
                <a16:creationId xmlns:a16="http://schemas.microsoft.com/office/drawing/2014/main" id="{27338B77-5C7A-C2F1-268F-D3759910CC44}"/>
              </a:ext>
            </a:extLst>
          </p:cNvPr>
          <p:cNvSpPr>
            <a:spLocks noGrp="1"/>
          </p:cNvSpPr>
          <p:nvPr>
            <p:ph type="sldNum" sz="quarter" idx="24"/>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799575822"/>
      </p:ext>
    </p:extLst>
  </p:cSld>
  <p:clrMapOvr>
    <a:masterClrMapping/>
  </p:clrMapOvr>
  <p:extLst>
    <p:ext uri="{DCECCB84-F9BA-43D5-87BE-67443E8EF086}">
      <p15:sldGuideLst xmlns:p15="http://schemas.microsoft.com/office/powerpoint/2012/main">
        <p15:guide id="1" pos="325">
          <p15:clr>
            <a:srgbClr val="FBAE40"/>
          </p15:clr>
        </p15:guide>
        <p15:guide id="2" pos="735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re de section avec chiffre">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81988B7F-BF45-E6C2-DAA1-7C648982D40C}"/>
              </a:ext>
            </a:extLst>
          </p:cNvPr>
          <p:cNvSpPr>
            <a:spLocks noGrp="1"/>
          </p:cNvSpPr>
          <p:nvPr>
            <p:ph type="body" sz="quarter" idx="10" hasCustomPrompt="1"/>
          </p:nvPr>
        </p:nvSpPr>
        <p:spPr>
          <a:xfrm>
            <a:off x="1458873" y="2682639"/>
            <a:ext cx="1258989" cy="1015663"/>
          </a:xfrm>
        </p:spPr>
        <p:txBody>
          <a:bodyPr wrap="square" anchor="t">
            <a:spAutoFit/>
          </a:bodyPr>
          <a:lstStyle>
            <a:lvl1pPr marL="0" indent="0" algn="r">
              <a:buNone/>
              <a:defRPr sz="6000">
                <a:solidFill>
                  <a:schemeClr val="accent1"/>
                </a:solidFill>
                <a:latin typeface="+mj-lt"/>
              </a:defRPr>
            </a:lvl1pPr>
          </a:lstStyle>
          <a:p>
            <a:pPr lvl="0"/>
            <a:r>
              <a:rPr lang="fr-FR"/>
              <a:t>10</a:t>
            </a:r>
            <a:endParaRPr lang="en-CA"/>
          </a:p>
        </p:txBody>
      </p:sp>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2458771" y="2690633"/>
            <a:ext cx="7274459" cy="1015663"/>
          </a:xfrm>
          <a:noFill/>
        </p:spPr>
        <p:txBody>
          <a:bodyPr wrap="square" anchor="t">
            <a:spAutoFit/>
          </a:bodyPr>
          <a:lstStyle>
            <a:lvl1pPr algn="ctr">
              <a:defRPr sz="6000">
                <a:solidFill>
                  <a:schemeClr val="tx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0B5DD5FA-7F4D-4EAF-1BE0-ED55FE87447D}"/>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054229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re de section ble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803275" y="2691120"/>
            <a:ext cx="10585450" cy="1015663"/>
          </a:xfrm>
        </p:spPr>
        <p:txBody>
          <a:bodyPr anchor="t">
            <a:spAutoFit/>
          </a:bodyPr>
          <a:lstStyle>
            <a:lvl1pPr algn="ctr">
              <a:defRPr sz="6000">
                <a:solidFill>
                  <a:schemeClr val="accent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0781660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re de section blanc">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7BE6B3-0740-1C6D-8D9E-6CAE8BD2D018}"/>
              </a:ext>
            </a:extLst>
          </p:cNvPr>
          <p:cNvSpPr>
            <a:spLocks noGrp="1"/>
          </p:cNvSpPr>
          <p:nvPr>
            <p:ph type="title" hasCustomPrompt="1"/>
          </p:nvPr>
        </p:nvSpPr>
        <p:spPr>
          <a:xfrm>
            <a:off x="803275" y="2691120"/>
            <a:ext cx="10585450" cy="1015663"/>
          </a:xfrm>
        </p:spPr>
        <p:txBody>
          <a:bodyPr anchor="t">
            <a:spAutoFit/>
          </a:bodyPr>
          <a:lstStyle>
            <a:lvl1pPr algn="ctr">
              <a:defRPr sz="6000">
                <a:solidFill>
                  <a:schemeClr val="tx1"/>
                </a:solidFill>
              </a:defRPr>
            </a:lvl1pPr>
          </a:lstStyle>
          <a:p>
            <a:r>
              <a:rPr lang="fr-FR"/>
              <a:t>Titre de la section</a:t>
            </a:r>
            <a:endParaRPr lang="en-CA"/>
          </a:p>
        </p:txBody>
      </p:sp>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16278175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urt énoncé">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5D99783-27DF-9645-4903-FD857CE0A573}"/>
              </a:ext>
            </a:extLst>
          </p:cNvPr>
          <p:cNvSpPr>
            <a:spLocks noGrp="1"/>
          </p:cNvSpPr>
          <p:nvPr>
            <p:ph type="body" sz="quarter" idx="10" hasCustomPrompt="1"/>
          </p:nvPr>
        </p:nvSpPr>
        <p:spPr>
          <a:xfrm>
            <a:off x="515938" y="2099362"/>
            <a:ext cx="11160125" cy="1569660"/>
          </a:xfrm>
        </p:spPr>
        <p:txBody>
          <a:bodyPr anchor="t">
            <a:spAutoFit/>
          </a:bodyPr>
          <a:lstStyle>
            <a:lvl1pPr marL="0" indent="0" algn="ctr">
              <a:lnSpc>
                <a:spcPct val="100000"/>
              </a:lnSpc>
              <a:buNone/>
              <a:defRPr sz="4800">
                <a:latin typeface="Premier Tech Title" pitchFamily="2" charset="0"/>
                <a:ea typeface="Premier Tech Title" pitchFamily="2" charset="0"/>
              </a:defRPr>
            </a:lvl1pPr>
          </a:lstStyle>
          <a:p>
            <a:pPr lvl="0"/>
            <a:r>
              <a:rPr lang="fr-FR"/>
              <a:t>Court énoncé </a:t>
            </a:r>
            <a:br>
              <a:rPr lang="fr-FR"/>
            </a:br>
            <a:endParaRPr lang="fr-FR"/>
          </a:p>
        </p:txBody>
      </p:sp>
      <p:sp>
        <p:nvSpPr>
          <p:cNvPr id="2" name="Espace réservé du numéro de diapositive 1">
            <a:extLst>
              <a:ext uri="{FF2B5EF4-FFF2-40B4-BE49-F238E27FC236}">
                <a16:creationId xmlns:a16="http://schemas.microsoft.com/office/drawing/2014/main" id="{198B7C66-7117-D4E2-5533-FBC9A3107FAF}"/>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24708087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ots-clés &amp; Mots complémentai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385F0-75FC-48D0-8E93-5F34179D1ECD}"/>
              </a:ext>
            </a:extLst>
          </p:cNvPr>
          <p:cNvSpPr>
            <a:spLocks noGrp="1"/>
          </p:cNvSpPr>
          <p:nvPr>
            <p:ph type="ctrTitle" hasCustomPrompt="1"/>
          </p:nvPr>
        </p:nvSpPr>
        <p:spPr>
          <a:xfrm>
            <a:off x="515938" y="2034798"/>
            <a:ext cx="11160125" cy="923330"/>
          </a:xfrm>
        </p:spPr>
        <p:txBody>
          <a:bodyPr wrap="square" anchor="t" anchorCtr="0">
            <a:spAutoFit/>
          </a:bodyPr>
          <a:lstStyle>
            <a:lvl1pPr algn="ctr">
              <a:defRPr sz="5400"/>
            </a:lvl1pPr>
          </a:lstStyle>
          <a:p>
            <a:r>
              <a:rPr lang="fr-CA" noProof="0"/>
              <a:t>Mots-clés</a:t>
            </a:r>
          </a:p>
        </p:txBody>
      </p:sp>
      <p:sp>
        <p:nvSpPr>
          <p:cNvPr id="6" name="Text Placeholder 5">
            <a:extLst>
              <a:ext uri="{FF2B5EF4-FFF2-40B4-BE49-F238E27FC236}">
                <a16:creationId xmlns:a16="http://schemas.microsoft.com/office/drawing/2014/main" id="{E35F54AF-AFD3-40A0-8DB5-3E8E6F37858E}"/>
              </a:ext>
            </a:extLst>
          </p:cNvPr>
          <p:cNvSpPr>
            <a:spLocks noGrp="1"/>
          </p:cNvSpPr>
          <p:nvPr>
            <p:ph type="body" sz="quarter" idx="10" hasCustomPrompt="1"/>
          </p:nvPr>
        </p:nvSpPr>
        <p:spPr>
          <a:xfrm>
            <a:off x="515938" y="2912970"/>
            <a:ext cx="11160125" cy="707886"/>
          </a:xfrm>
        </p:spPr>
        <p:txBody>
          <a:bodyPr wrap="square" anchor="t" anchorCtr="0">
            <a:spAutoFit/>
          </a:bodyPr>
          <a:lstStyle>
            <a:lvl1pPr marL="0" indent="0" algn="ctr">
              <a:buNone/>
              <a:defRPr sz="4000" b="0">
                <a:solidFill>
                  <a:schemeClr val="tx1"/>
                </a:solidFill>
                <a:latin typeface="Premier Tech Title" pitchFamily="2" charset="0"/>
                <a:ea typeface="Premier Tech Title" pitchFamily="2" charset="0"/>
              </a:defRPr>
            </a:lvl1pPr>
            <a:lvl2pPr marL="457200" indent="0">
              <a:buNone/>
              <a:defRPr b="1">
                <a:solidFill>
                  <a:schemeClr val="tx1"/>
                </a:solidFill>
              </a:defRPr>
            </a:lvl2pPr>
            <a:lvl3pPr>
              <a:defRPr b="1">
                <a:solidFill>
                  <a:schemeClr val="tx1"/>
                </a:solidFill>
              </a:defRPr>
            </a:lvl3pPr>
            <a:lvl4pPr>
              <a:defRPr b="1">
                <a:solidFill>
                  <a:schemeClr val="tx1"/>
                </a:solidFill>
              </a:defRPr>
            </a:lvl4pPr>
            <a:lvl5pPr>
              <a:defRPr b="1">
                <a:solidFill>
                  <a:schemeClr val="tx1"/>
                </a:solidFill>
              </a:defRPr>
            </a:lvl5pPr>
          </a:lstStyle>
          <a:p>
            <a:pPr lvl="0"/>
            <a:r>
              <a:rPr lang="fr-CA" noProof="0"/>
              <a:t>Mots complémentaires</a:t>
            </a:r>
          </a:p>
        </p:txBody>
      </p:sp>
      <p:sp>
        <p:nvSpPr>
          <p:cNvPr id="3" name="Espace réservé du numéro de diapositive 2">
            <a:extLst>
              <a:ext uri="{FF2B5EF4-FFF2-40B4-BE49-F238E27FC236}">
                <a16:creationId xmlns:a16="http://schemas.microsoft.com/office/drawing/2014/main" id="{D5195336-31B8-74CE-B539-E3E2A4EE9988}"/>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9972285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Mots-clés &amp; Court énoncé avec 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8E41DE-1602-099E-8268-CABB4819A86C}"/>
              </a:ext>
            </a:extLst>
          </p:cNvPr>
          <p:cNvSpPr>
            <a:spLocks noGrp="1"/>
          </p:cNvSpPr>
          <p:nvPr>
            <p:ph type="title" hasCustomPrompt="1"/>
          </p:nvPr>
        </p:nvSpPr>
        <p:spPr>
          <a:xfrm>
            <a:off x="515939" y="2132616"/>
            <a:ext cx="11160124" cy="769441"/>
          </a:xfrm>
        </p:spPr>
        <p:txBody>
          <a:bodyPr>
            <a:spAutoFit/>
          </a:bodyPr>
          <a:lstStyle>
            <a:lvl1pPr algn="ctr">
              <a:defRPr/>
            </a:lvl1pPr>
          </a:lstStyle>
          <a:p>
            <a:r>
              <a:rPr lang="fr-FR"/>
              <a:t>Mots-clés</a:t>
            </a:r>
            <a:endParaRPr lang="en-CA"/>
          </a:p>
        </p:txBody>
      </p:sp>
      <p:sp>
        <p:nvSpPr>
          <p:cNvPr id="4" name="Espace réservé du texte 3">
            <a:extLst>
              <a:ext uri="{FF2B5EF4-FFF2-40B4-BE49-F238E27FC236}">
                <a16:creationId xmlns:a16="http://schemas.microsoft.com/office/drawing/2014/main" id="{474A5E8A-D92D-913E-B428-C1EDB04671D1}"/>
              </a:ext>
            </a:extLst>
          </p:cNvPr>
          <p:cNvSpPr>
            <a:spLocks noGrp="1"/>
          </p:cNvSpPr>
          <p:nvPr>
            <p:ph type="body" sz="quarter" idx="10" hasCustomPrompt="1"/>
          </p:nvPr>
        </p:nvSpPr>
        <p:spPr>
          <a:xfrm>
            <a:off x="515939" y="2960591"/>
            <a:ext cx="11160124" cy="984885"/>
          </a:xfrm>
        </p:spPr>
        <p:txBody>
          <a:bodyPr>
            <a:spAutoFit/>
          </a:bodyPr>
          <a:lstStyle>
            <a:lvl1pPr marL="0" indent="0" algn="ctr">
              <a:buNone/>
              <a:defRPr/>
            </a:lvl1pPr>
          </a:lstStyle>
          <a:p>
            <a:pPr lvl="0"/>
            <a:r>
              <a:rPr lang="fr-FR"/>
              <a:t>Court énoncé</a:t>
            </a:r>
          </a:p>
          <a:p>
            <a:pPr lvl="0"/>
            <a:r>
              <a:rPr lang="fr-FR"/>
              <a:t> </a:t>
            </a:r>
            <a:endParaRPr lang="en-CA"/>
          </a:p>
        </p:txBody>
      </p:sp>
      <p:sp>
        <p:nvSpPr>
          <p:cNvPr id="3" name="Espace réservé du numéro de diapositive 2">
            <a:extLst>
              <a:ext uri="{FF2B5EF4-FFF2-40B4-BE49-F238E27FC236}">
                <a16:creationId xmlns:a16="http://schemas.microsoft.com/office/drawing/2014/main" id="{F47C91B2-C6B0-06F0-BF23-F8426F450A38}"/>
              </a:ext>
            </a:extLst>
          </p:cNvPr>
          <p:cNvSpPr>
            <a:spLocks noGrp="1"/>
          </p:cNvSpPr>
          <p:nvPr>
            <p:ph type="sldNum" sz="quarter" idx="11"/>
          </p:nvPr>
        </p:nvSpPr>
        <p:spPr/>
        <p:txBody>
          <a:bodyPr/>
          <a:lstStyle/>
          <a:p>
            <a:fld id="{F92A825C-7D5F-481B-AA5B-BCFEF2C47763}" type="slidenum">
              <a:rPr lang="en-CA" smtClean="0"/>
              <a:pPr/>
              <a:t>‹N°›</a:t>
            </a:fld>
            <a:endParaRPr lang="en-CA"/>
          </a:p>
        </p:txBody>
      </p:sp>
      <p:sp>
        <p:nvSpPr>
          <p:cNvPr id="5" name="Espace réservé du texte 8">
            <a:extLst>
              <a:ext uri="{FF2B5EF4-FFF2-40B4-BE49-F238E27FC236}">
                <a16:creationId xmlns:a16="http://schemas.microsoft.com/office/drawing/2014/main" id="{1DDE0E4A-705D-3274-1648-2FBCCF23863D}"/>
              </a:ext>
            </a:extLst>
          </p:cNvPr>
          <p:cNvSpPr>
            <a:spLocks noGrp="1"/>
          </p:cNvSpPr>
          <p:nvPr>
            <p:ph type="body" sz="quarter" idx="14" hasCustomPrompt="1"/>
          </p:nvPr>
        </p:nvSpPr>
        <p:spPr>
          <a:xfrm>
            <a:off x="515608" y="1621971"/>
            <a:ext cx="11160124" cy="369332"/>
          </a:xfrm>
        </p:spPr>
        <p:txBody>
          <a:bodyPr>
            <a:spAutoFit/>
          </a:bodyPr>
          <a:lstStyle>
            <a:lvl1pPr marL="0" indent="0" algn="ctr">
              <a:buNone/>
              <a:defRPr sz="1800">
                <a:solidFill>
                  <a:schemeClr val="accent2"/>
                </a:solidFill>
                <a:latin typeface="Premier Tech Title" pitchFamily="2" charset="0"/>
                <a:ea typeface="Premier Tech Title" pitchFamily="2" charset="0"/>
              </a:defRPr>
            </a:lvl1pPr>
          </a:lstStyle>
          <a:p>
            <a:pPr lvl="0"/>
            <a:r>
              <a:rPr lang="fr-FR"/>
              <a:t>Titre de section</a:t>
            </a:r>
          </a:p>
        </p:txBody>
      </p:sp>
    </p:spTree>
    <p:extLst>
      <p:ext uri="{BB962C8B-B14F-4D97-AF65-F5344CB8AC3E}">
        <p14:creationId xmlns:p14="http://schemas.microsoft.com/office/powerpoint/2010/main" val="16298326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urt énoncé avec titre de section">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F5D99783-27DF-9645-4903-FD857CE0A573}"/>
              </a:ext>
            </a:extLst>
          </p:cNvPr>
          <p:cNvSpPr>
            <a:spLocks noGrp="1"/>
          </p:cNvSpPr>
          <p:nvPr>
            <p:ph type="body" sz="quarter" idx="10" hasCustomPrompt="1"/>
          </p:nvPr>
        </p:nvSpPr>
        <p:spPr>
          <a:xfrm>
            <a:off x="515938" y="2099362"/>
            <a:ext cx="11160125" cy="1569660"/>
          </a:xfrm>
        </p:spPr>
        <p:txBody>
          <a:bodyPr anchor="t">
            <a:spAutoFit/>
          </a:bodyPr>
          <a:lstStyle>
            <a:lvl1pPr marL="0" indent="0" algn="ctr">
              <a:lnSpc>
                <a:spcPct val="100000"/>
              </a:lnSpc>
              <a:buNone/>
              <a:defRPr sz="4800">
                <a:latin typeface="Premier Tech Title" pitchFamily="2" charset="0"/>
                <a:ea typeface="Premier Tech Title" pitchFamily="2" charset="0"/>
              </a:defRPr>
            </a:lvl1pPr>
          </a:lstStyle>
          <a:p>
            <a:pPr lvl="0"/>
            <a:r>
              <a:rPr lang="fr-FR"/>
              <a:t>Court énoncé </a:t>
            </a:r>
            <a:br>
              <a:rPr lang="fr-FR"/>
            </a:br>
            <a:r>
              <a:rPr lang="fr-FR"/>
              <a:t>avec emphase sur mot</a:t>
            </a:r>
          </a:p>
        </p:txBody>
      </p:sp>
      <p:sp>
        <p:nvSpPr>
          <p:cNvPr id="2" name="Espace réservé du numéro de diapositive 1">
            <a:extLst>
              <a:ext uri="{FF2B5EF4-FFF2-40B4-BE49-F238E27FC236}">
                <a16:creationId xmlns:a16="http://schemas.microsoft.com/office/drawing/2014/main" id="{198B7C66-7117-D4E2-5533-FBC9A3107FAF}"/>
              </a:ext>
            </a:extLst>
          </p:cNvPr>
          <p:cNvSpPr>
            <a:spLocks noGrp="1"/>
          </p:cNvSpPr>
          <p:nvPr>
            <p:ph type="sldNum" sz="quarter" idx="11"/>
          </p:nvPr>
        </p:nvSpPr>
        <p:spPr/>
        <p:txBody>
          <a:bodyPr/>
          <a:lstStyle/>
          <a:p>
            <a:fld id="{F92A825C-7D5F-481B-AA5B-BCFEF2C47763}" type="slidenum">
              <a:rPr lang="en-CA" smtClean="0"/>
              <a:pPr/>
              <a:t>‹N°›</a:t>
            </a:fld>
            <a:endParaRPr lang="en-CA"/>
          </a:p>
        </p:txBody>
      </p:sp>
      <p:sp>
        <p:nvSpPr>
          <p:cNvPr id="3" name="Espace réservé du texte 8">
            <a:extLst>
              <a:ext uri="{FF2B5EF4-FFF2-40B4-BE49-F238E27FC236}">
                <a16:creationId xmlns:a16="http://schemas.microsoft.com/office/drawing/2014/main" id="{0F7A2593-A147-1D3F-A0EF-41287FD0B127}"/>
              </a:ext>
            </a:extLst>
          </p:cNvPr>
          <p:cNvSpPr>
            <a:spLocks noGrp="1"/>
          </p:cNvSpPr>
          <p:nvPr>
            <p:ph type="body" sz="quarter" idx="14" hasCustomPrompt="1"/>
          </p:nvPr>
        </p:nvSpPr>
        <p:spPr>
          <a:xfrm>
            <a:off x="515608" y="1588717"/>
            <a:ext cx="11160124" cy="369332"/>
          </a:xfrm>
        </p:spPr>
        <p:txBody>
          <a:bodyPr>
            <a:spAutoFit/>
          </a:bodyPr>
          <a:lstStyle>
            <a:lvl1pPr marL="0" indent="0" algn="ctr">
              <a:buNone/>
              <a:defRPr sz="1800">
                <a:solidFill>
                  <a:schemeClr val="accent2"/>
                </a:solidFill>
                <a:latin typeface="Premier Tech Title" pitchFamily="2" charset="0"/>
                <a:ea typeface="Premier Tech Title" pitchFamily="2" charset="0"/>
              </a:defRPr>
            </a:lvl1pPr>
          </a:lstStyle>
          <a:p>
            <a:pPr lvl="0"/>
            <a:r>
              <a:rPr lang="fr-FR"/>
              <a:t>Titre de section</a:t>
            </a:r>
          </a:p>
        </p:txBody>
      </p:sp>
    </p:spTree>
    <p:extLst>
      <p:ext uri="{BB962C8B-B14F-4D97-AF65-F5344CB8AC3E}">
        <p14:creationId xmlns:p14="http://schemas.microsoft.com/office/powerpoint/2010/main" val="222902775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Mots-clés &amp; Court énoncé">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8E41DE-1602-099E-8268-CABB4819A86C}"/>
              </a:ext>
            </a:extLst>
          </p:cNvPr>
          <p:cNvSpPr>
            <a:spLocks noGrp="1"/>
          </p:cNvSpPr>
          <p:nvPr>
            <p:ph type="title" hasCustomPrompt="1"/>
          </p:nvPr>
        </p:nvSpPr>
        <p:spPr>
          <a:xfrm>
            <a:off x="515939" y="2132616"/>
            <a:ext cx="11160124" cy="769441"/>
          </a:xfrm>
        </p:spPr>
        <p:txBody>
          <a:bodyPr>
            <a:spAutoFit/>
          </a:bodyPr>
          <a:lstStyle>
            <a:lvl1pPr algn="ctr">
              <a:defRPr/>
            </a:lvl1pPr>
          </a:lstStyle>
          <a:p>
            <a:r>
              <a:rPr lang="fr-FR"/>
              <a:t>Mots-clés</a:t>
            </a:r>
            <a:endParaRPr lang="en-CA"/>
          </a:p>
        </p:txBody>
      </p:sp>
      <p:sp>
        <p:nvSpPr>
          <p:cNvPr id="4" name="Espace réservé du texte 3">
            <a:extLst>
              <a:ext uri="{FF2B5EF4-FFF2-40B4-BE49-F238E27FC236}">
                <a16:creationId xmlns:a16="http://schemas.microsoft.com/office/drawing/2014/main" id="{474A5E8A-D92D-913E-B428-C1EDB04671D1}"/>
              </a:ext>
            </a:extLst>
          </p:cNvPr>
          <p:cNvSpPr>
            <a:spLocks noGrp="1"/>
          </p:cNvSpPr>
          <p:nvPr>
            <p:ph type="body" sz="quarter" idx="10" hasCustomPrompt="1"/>
          </p:nvPr>
        </p:nvSpPr>
        <p:spPr>
          <a:xfrm>
            <a:off x="515939" y="2960591"/>
            <a:ext cx="11160124" cy="984885"/>
          </a:xfrm>
        </p:spPr>
        <p:txBody>
          <a:bodyPr>
            <a:spAutoFit/>
          </a:bodyPr>
          <a:lstStyle>
            <a:lvl1pPr marL="0" indent="0" algn="ctr">
              <a:buNone/>
              <a:defRPr/>
            </a:lvl1pPr>
          </a:lstStyle>
          <a:p>
            <a:pPr lvl="0"/>
            <a:r>
              <a:rPr lang="fr-FR"/>
              <a:t>Court énoncé</a:t>
            </a:r>
          </a:p>
          <a:p>
            <a:pPr lvl="0"/>
            <a:r>
              <a:rPr lang="fr-FR"/>
              <a:t> </a:t>
            </a:r>
            <a:endParaRPr lang="en-CA"/>
          </a:p>
        </p:txBody>
      </p:sp>
      <p:sp>
        <p:nvSpPr>
          <p:cNvPr id="3" name="Espace réservé du numéro de diapositive 2">
            <a:extLst>
              <a:ext uri="{FF2B5EF4-FFF2-40B4-BE49-F238E27FC236}">
                <a16:creationId xmlns:a16="http://schemas.microsoft.com/office/drawing/2014/main" id="{F47C91B2-C6B0-06F0-BF23-F8426F450A38}"/>
              </a:ext>
            </a:extLst>
          </p:cNvPr>
          <p:cNvSpPr>
            <a:spLocks noGrp="1"/>
          </p:cNvSpPr>
          <p:nvPr>
            <p:ph type="sldNum" sz="quarter" idx="11"/>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7422222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 statistiques avec ligne grise">
    <p:spTree>
      <p:nvGrpSpPr>
        <p:cNvPr id="1" name=""/>
        <p:cNvGrpSpPr/>
        <p:nvPr/>
      </p:nvGrpSpPr>
      <p:grpSpPr>
        <a:xfrm>
          <a:off x="0" y="0"/>
          <a:ext cx="0" cy="0"/>
          <a:chOff x="0" y="0"/>
          <a:chExt cx="0" cy="0"/>
        </a:xfrm>
      </p:grpSpPr>
      <p:sp>
        <p:nvSpPr>
          <p:cNvPr id="5" name="Espace réservé du texte 6">
            <a:extLst>
              <a:ext uri="{FF2B5EF4-FFF2-40B4-BE49-F238E27FC236}">
                <a16:creationId xmlns:a16="http://schemas.microsoft.com/office/drawing/2014/main" id="{506490FB-1079-9D4F-CEA2-E04A93006D04}"/>
              </a:ext>
            </a:extLst>
          </p:cNvPr>
          <p:cNvSpPr>
            <a:spLocks noGrp="1"/>
          </p:cNvSpPr>
          <p:nvPr>
            <p:ph type="body" sz="quarter" idx="10" hasCustomPrompt="1"/>
          </p:nvPr>
        </p:nvSpPr>
        <p:spPr>
          <a:xfrm>
            <a:off x="515937" y="2435020"/>
            <a:ext cx="5415939"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sp>
        <p:nvSpPr>
          <p:cNvPr id="7" name="Espace réservé du texte 6">
            <a:extLst>
              <a:ext uri="{FF2B5EF4-FFF2-40B4-BE49-F238E27FC236}">
                <a16:creationId xmlns:a16="http://schemas.microsoft.com/office/drawing/2014/main" id="{5DC2F9BD-ACAE-8F81-D094-74DC711FBF77}"/>
              </a:ext>
            </a:extLst>
          </p:cNvPr>
          <p:cNvSpPr>
            <a:spLocks noGrp="1"/>
          </p:cNvSpPr>
          <p:nvPr>
            <p:ph type="body" sz="quarter" idx="12" hasCustomPrompt="1"/>
          </p:nvPr>
        </p:nvSpPr>
        <p:spPr>
          <a:xfrm>
            <a:off x="6260125" y="2435020"/>
            <a:ext cx="5415937"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cxnSp>
        <p:nvCxnSpPr>
          <p:cNvPr id="8" name="Straight Connector 3">
            <a:extLst>
              <a:ext uri="{FF2B5EF4-FFF2-40B4-BE49-F238E27FC236}">
                <a16:creationId xmlns:a16="http://schemas.microsoft.com/office/drawing/2014/main" id="{E06436D7-26CF-8078-AF43-ADDDF5DC6E1C}"/>
              </a:ext>
            </a:extLst>
          </p:cNvPr>
          <p:cNvCxnSpPr>
            <a:cxnSpLocks/>
          </p:cNvCxnSpPr>
          <p:nvPr userDrawn="1"/>
        </p:nvCxnSpPr>
        <p:spPr>
          <a:xfrm>
            <a:off x="6096000" y="2435020"/>
            <a:ext cx="0" cy="1343666"/>
          </a:xfrm>
          <a:prstGeom prst="line">
            <a:avLst/>
          </a:prstGeom>
          <a:ln w="15875">
            <a:solidFill>
              <a:schemeClr val="accent6">
                <a:alpha val="80000"/>
              </a:schemeClr>
            </a:solidFill>
          </a:ln>
        </p:spPr>
        <p:style>
          <a:lnRef idx="1">
            <a:schemeClr val="accent1"/>
          </a:lnRef>
          <a:fillRef idx="0">
            <a:schemeClr val="accent1"/>
          </a:fillRef>
          <a:effectRef idx="0">
            <a:schemeClr val="accent1"/>
          </a:effectRef>
          <a:fontRef idx="minor">
            <a:schemeClr val="tx1"/>
          </a:fontRef>
        </p:style>
      </p:cxnSp>
      <p:sp>
        <p:nvSpPr>
          <p:cNvPr id="12" name="Espace réservé du texte 6">
            <a:extLst>
              <a:ext uri="{FF2B5EF4-FFF2-40B4-BE49-F238E27FC236}">
                <a16:creationId xmlns:a16="http://schemas.microsoft.com/office/drawing/2014/main" id="{306C4AB9-B692-3C54-E4A9-DF78E1984192}"/>
              </a:ext>
            </a:extLst>
          </p:cNvPr>
          <p:cNvSpPr>
            <a:spLocks noGrp="1"/>
          </p:cNvSpPr>
          <p:nvPr>
            <p:ph type="body" sz="quarter" idx="13" hasCustomPrompt="1"/>
          </p:nvPr>
        </p:nvSpPr>
        <p:spPr>
          <a:xfrm>
            <a:off x="515937" y="2823424"/>
            <a:ext cx="5415939" cy="1107996"/>
          </a:xfrm>
        </p:spPr>
        <p:txBody>
          <a:bodyPr>
            <a:spAutoFit/>
          </a:bodyPr>
          <a:lstStyle>
            <a:lvl1pPr marL="0" indent="0" algn="ctr">
              <a:buNone/>
              <a:defRPr sz="6600" b="1">
                <a:latin typeface="+mj-lt"/>
              </a:defRPr>
            </a:lvl1pPr>
          </a:lstStyle>
          <a:p>
            <a:pPr lvl="0"/>
            <a:r>
              <a:rPr lang="fr-CA"/>
              <a:t>Stat</a:t>
            </a:r>
            <a:endParaRPr lang="en-CA"/>
          </a:p>
        </p:txBody>
      </p:sp>
      <p:sp>
        <p:nvSpPr>
          <p:cNvPr id="14" name="Espace réservé du texte 6">
            <a:extLst>
              <a:ext uri="{FF2B5EF4-FFF2-40B4-BE49-F238E27FC236}">
                <a16:creationId xmlns:a16="http://schemas.microsoft.com/office/drawing/2014/main" id="{2A94A45E-352D-265D-4512-3B01413F079E}"/>
              </a:ext>
            </a:extLst>
          </p:cNvPr>
          <p:cNvSpPr>
            <a:spLocks noGrp="1"/>
          </p:cNvSpPr>
          <p:nvPr>
            <p:ph type="body" sz="quarter" idx="15" hasCustomPrompt="1"/>
          </p:nvPr>
        </p:nvSpPr>
        <p:spPr>
          <a:xfrm>
            <a:off x="6260125" y="2823424"/>
            <a:ext cx="5415937" cy="1107996"/>
          </a:xfrm>
        </p:spPr>
        <p:txBody>
          <a:bodyPr>
            <a:spAutoFit/>
          </a:bodyPr>
          <a:lstStyle>
            <a:lvl1pPr marL="0" indent="0" algn="ctr">
              <a:buNone/>
              <a:defRPr sz="6600" b="1">
                <a:latin typeface="+mj-lt"/>
              </a:defRPr>
            </a:lvl1pPr>
          </a:lstStyle>
          <a:p>
            <a:pPr lvl="0"/>
            <a:r>
              <a:rPr lang="fr-CA"/>
              <a:t>Stat</a:t>
            </a:r>
            <a:endParaRPr lang="en-CA"/>
          </a:p>
        </p:txBody>
      </p:sp>
      <p:sp>
        <p:nvSpPr>
          <p:cNvPr id="2" name="Espace réservé du numéro de diapositive 1">
            <a:extLst>
              <a:ext uri="{FF2B5EF4-FFF2-40B4-BE49-F238E27FC236}">
                <a16:creationId xmlns:a16="http://schemas.microsoft.com/office/drawing/2014/main" id="{D82D3D0F-1588-FE96-C61E-6F987C95AAED}"/>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0483769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 statistiques avec ligne bleue">
    <p:spTree>
      <p:nvGrpSpPr>
        <p:cNvPr id="1" name=""/>
        <p:cNvGrpSpPr/>
        <p:nvPr/>
      </p:nvGrpSpPr>
      <p:grpSpPr>
        <a:xfrm>
          <a:off x="0" y="0"/>
          <a:ext cx="0" cy="0"/>
          <a:chOff x="0" y="0"/>
          <a:chExt cx="0" cy="0"/>
        </a:xfrm>
      </p:grpSpPr>
      <p:sp>
        <p:nvSpPr>
          <p:cNvPr id="5" name="Espace réservé du texte 6">
            <a:extLst>
              <a:ext uri="{FF2B5EF4-FFF2-40B4-BE49-F238E27FC236}">
                <a16:creationId xmlns:a16="http://schemas.microsoft.com/office/drawing/2014/main" id="{506490FB-1079-9D4F-CEA2-E04A93006D04}"/>
              </a:ext>
            </a:extLst>
          </p:cNvPr>
          <p:cNvSpPr>
            <a:spLocks noGrp="1"/>
          </p:cNvSpPr>
          <p:nvPr>
            <p:ph type="body" sz="quarter" idx="10" hasCustomPrompt="1"/>
          </p:nvPr>
        </p:nvSpPr>
        <p:spPr>
          <a:xfrm>
            <a:off x="515937" y="2435020"/>
            <a:ext cx="5415939"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sp>
        <p:nvSpPr>
          <p:cNvPr id="7" name="Espace réservé du texte 6">
            <a:extLst>
              <a:ext uri="{FF2B5EF4-FFF2-40B4-BE49-F238E27FC236}">
                <a16:creationId xmlns:a16="http://schemas.microsoft.com/office/drawing/2014/main" id="{5DC2F9BD-ACAE-8F81-D094-74DC711FBF77}"/>
              </a:ext>
            </a:extLst>
          </p:cNvPr>
          <p:cNvSpPr>
            <a:spLocks noGrp="1"/>
          </p:cNvSpPr>
          <p:nvPr>
            <p:ph type="body" sz="quarter" idx="12" hasCustomPrompt="1"/>
          </p:nvPr>
        </p:nvSpPr>
        <p:spPr>
          <a:xfrm>
            <a:off x="6260125" y="2435020"/>
            <a:ext cx="5415937" cy="400110"/>
          </a:xfrm>
        </p:spPr>
        <p:txBody>
          <a:bodyPr>
            <a:spAutoFit/>
          </a:bodyPr>
          <a:lstStyle>
            <a:lvl1pPr marL="0" indent="0" algn="ctr">
              <a:buNone/>
              <a:defRPr sz="2000">
                <a:latin typeface="Premier Tech Title" pitchFamily="2" charset="0"/>
                <a:ea typeface="Premier Tech Title" pitchFamily="2" charset="0"/>
              </a:defRPr>
            </a:lvl1pPr>
          </a:lstStyle>
          <a:p>
            <a:pPr lvl="0"/>
            <a:r>
              <a:rPr lang="fr-CA"/>
              <a:t>Mots-clés</a:t>
            </a:r>
            <a:endParaRPr lang="en-CA"/>
          </a:p>
        </p:txBody>
      </p:sp>
      <p:cxnSp>
        <p:nvCxnSpPr>
          <p:cNvPr id="8" name="Straight Connector 3">
            <a:extLst>
              <a:ext uri="{FF2B5EF4-FFF2-40B4-BE49-F238E27FC236}">
                <a16:creationId xmlns:a16="http://schemas.microsoft.com/office/drawing/2014/main" id="{E06436D7-26CF-8078-AF43-ADDDF5DC6E1C}"/>
              </a:ext>
            </a:extLst>
          </p:cNvPr>
          <p:cNvCxnSpPr>
            <a:cxnSpLocks/>
          </p:cNvCxnSpPr>
          <p:nvPr userDrawn="1"/>
        </p:nvCxnSpPr>
        <p:spPr>
          <a:xfrm>
            <a:off x="6096000" y="2435020"/>
            <a:ext cx="0" cy="1343666"/>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Espace réservé du texte 6">
            <a:extLst>
              <a:ext uri="{FF2B5EF4-FFF2-40B4-BE49-F238E27FC236}">
                <a16:creationId xmlns:a16="http://schemas.microsoft.com/office/drawing/2014/main" id="{306C4AB9-B692-3C54-E4A9-DF78E1984192}"/>
              </a:ext>
            </a:extLst>
          </p:cNvPr>
          <p:cNvSpPr>
            <a:spLocks noGrp="1"/>
          </p:cNvSpPr>
          <p:nvPr>
            <p:ph type="body" sz="quarter" idx="13" hasCustomPrompt="1"/>
          </p:nvPr>
        </p:nvSpPr>
        <p:spPr>
          <a:xfrm>
            <a:off x="515937" y="2823424"/>
            <a:ext cx="5415939" cy="1107996"/>
          </a:xfrm>
        </p:spPr>
        <p:txBody>
          <a:bodyPr>
            <a:spAutoFit/>
          </a:bodyPr>
          <a:lstStyle>
            <a:lvl1pPr marL="0" indent="0" algn="ctr">
              <a:buNone/>
              <a:defRPr sz="6600" b="1">
                <a:latin typeface="+mj-lt"/>
              </a:defRPr>
            </a:lvl1pPr>
          </a:lstStyle>
          <a:p>
            <a:pPr lvl="0"/>
            <a:r>
              <a:rPr lang="fr-CA"/>
              <a:t>Stat</a:t>
            </a:r>
            <a:endParaRPr lang="en-CA"/>
          </a:p>
        </p:txBody>
      </p:sp>
      <p:sp>
        <p:nvSpPr>
          <p:cNvPr id="14" name="Espace réservé du texte 6">
            <a:extLst>
              <a:ext uri="{FF2B5EF4-FFF2-40B4-BE49-F238E27FC236}">
                <a16:creationId xmlns:a16="http://schemas.microsoft.com/office/drawing/2014/main" id="{2A94A45E-352D-265D-4512-3B01413F079E}"/>
              </a:ext>
            </a:extLst>
          </p:cNvPr>
          <p:cNvSpPr>
            <a:spLocks noGrp="1"/>
          </p:cNvSpPr>
          <p:nvPr>
            <p:ph type="body" sz="quarter" idx="15" hasCustomPrompt="1"/>
          </p:nvPr>
        </p:nvSpPr>
        <p:spPr>
          <a:xfrm>
            <a:off x="6260125" y="2823424"/>
            <a:ext cx="5415937" cy="1107996"/>
          </a:xfrm>
        </p:spPr>
        <p:txBody>
          <a:bodyPr>
            <a:spAutoFit/>
          </a:bodyPr>
          <a:lstStyle>
            <a:lvl1pPr marL="0" indent="0" algn="ctr">
              <a:buNone/>
              <a:defRPr sz="6600" b="1">
                <a:latin typeface="+mj-lt"/>
              </a:defRPr>
            </a:lvl1pPr>
          </a:lstStyle>
          <a:p>
            <a:pPr lvl="0"/>
            <a:r>
              <a:rPr lang="fr-CA"/>
              <a:t>Stat</a:t>
            </a:r>
            <a:endParaRPr lang="en-CA"/>
          </a:p>
        </p:txBody>
      </p:sp>
      <p:sp>
        <p:nvSpPr>
          <p:cNvPr id="2" name="Espace réservé du numéro de diapositive 1">
            <a:extLst>
              <a:ext uri="{FF2B5EF4-FFF2-40B4-BE49-F238E27FC236}">
                <a16:creationId xmlns:a16="http://schemas.microsoft.com/office/drawing/2014/main" id="{D82D3D0F-1588-FE96-C61E-6F987C95AAED}"/>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7936469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3 statistique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1333210"/>
            <a:ext cx="11160125" cy="769441"/>
          </a:xfrm>
        </p:spPr>
        <p:txBody>
          <a:bodyPr>
            <a:spAutoFit/>
          </a:bodyPr>
          <a:lstStyle>
            <a:lvl1pPr algn="ctr">
              <a:defRPr/>
            </a:lvl1pPr>
          </a:lstStyle>
          <a:p>
            <a:r>
              <a:rPr lang="fr-FR"/>
              <a:t>Titre</a:t>
            </a:r>
            <a:endParaRPr lang="en-CA"/>
          </a:p>
        </p:txBody>
      </p:sp>
      <p:sp>
        <p:nvSpPr>
          <p:cNvPr id="7" name="Espace réservé du texte 6">
            <a:extLst>
              <a:ext uri="{FF2B5EF4-FFF2-40B4-BE49-F238E27FC236}">
                <a16:creationId xmlns:a16="http://schemas.microsoft.com/office/drawing/2014/main" id="{469508C7-881A-CE90-6004-8B63A4AB456B}"/>
              </a:ext>
            </a:extLst>
          </p:cNvPr>
          <p:cNvSpPr>
            <a:spLocks noGrp="1"/>
          </p:cNvSpPr>
          <p:nvPr>
            <p:ph type="body" sz="quarter" idx="10" hasCustomPrompt="1"/>
          </p:nvPr>
        </p:nvSpPr>
        <p:spPr>
          <a:xfrm>
            <a:off x="515938"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8" name="Espace réservé du texte 6">
            <a:extLst>
              <a:ext uri="{FF2B5EF4-FFF2-40B4-BE49-F238E27FC236}">
                <a16:creationId xmlns:a16="http://schemas.microsoft.com/office/drawing/2014/main" id="{5AE4521E-73ED-8557-E904-1FFD00A6CF3C}"/>
              </a:ext>
            </a:extLst>
          </p:cNvPr>
          <p:cNvSpPr>
            <a:spLocks noGrp="1"/>
          </p:cNvSpPr>
          <p:nvPr>
            <p:ph type="body" sz="quarter" idx="11" hasCustomPrompt="1"/>
          </p:nvPr>
        </p:nvSpPr>
        <p:spPr>
          <a:xfrm>
            <a:off x="4440000"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9" name="Espace réservé du texte 6">
            <a:extLst>
              <a:ext uri="{FF2B5EF4-FFF2-40B4-BE49-F238E27FC236}">
                <a16:creationId xmlns:a16="http://schemas.microsoft.com/office/drawing/2014/main" id="{907A0665-B0E0-9A75-FDC2-F165F2FE6659}"/>
              </a:ext>
            </a:extLst>
          </p:cNvPr>
          <p:cNvSpPr>
            <a:spLocks noGrp="1"/>
          </p:cNvSpPr>
          <p:nvPr>
            <p:ph type="body" sz="quarter" idx="12" hasCustomPrompt="1"/>
          </p:nvPr>
        </p:nvSpPr>
        <p:spPr>
          <a:xfrm>
            <a:off x="8364062" y="2428963"/>
            <a:ext cx="3312000" cy="400110"/>
          </a:xfrm>
        </p:spPr>
        <p:txBody>
          <a:bodyPr>
            <a:spAutoFit/>
          </a:bodyPr>
          <a:lstStyle>
            <a:lvl1pPr marL="0" indent="0" algn="ctr">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4" name="Espace réservé du texte 6">
            <a:extLst>
              <a:ext uri="{FF2B5EF4-FFF2-40B4-BE49-F238E27FC236}">
                <a16:creationId xmlns:a16="http://schemas.microsoft.com/office/drawing/2014/main" id="{35574A83-B86E-ABD9-439F-E0321A2985E3}"/>
              </a:ext>
            </a:extLst>
          </p:cNvPr>
          <p:cNvSpPr>
            <a:spLocks noGrp="1"/>
          </p:cNvSpPr>
          <p:nvPr>
            <p:ph type="body" sz="quarter" idx="13" hasCustomPrompt="1"/>
          </p:nvPr>
        </p:nvSpPr>
        <p:spPr>
          <a:xfrm>
            <a:off x="515938"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15" name="Espace réservé du texte 6">
            <a:extLst>
              <a:ext uri="{FF2B5EF4-FFF2-40B4-BE49-F238E27FC236}">
                <a16:creationId xmlns:a16="http://schemas.microsoft.com/office/drawing/2014/main" id="{D36571E2-3920-4846-0871-2224BFF165E9}"/>
              </a:ext>
            </a:extLst>
          </p:cNvPr>
          <p:cNvSpPr>
            <a:spLocks noGrp="1"/>
          </p:cNvSpPr>
          <p:nvPr>
            <p:ph type="body" sz="quarter" idx="14" hasCustomPrompt="1"/>
          </p:nvPr>
        </p:nvSpPr>
        <p:spPr>
          <a:xfrm>
            <a:off x="4440000"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16" name="Espace réservé du texte 6">
            <a:extLst>
              <a:ext uri="{FF2B5EF4-FFF2-40B4-BE49-F238E27FC236}">
                <a16:creationId xmlns:a16="http://schemas.microsoft.com/office/drawing/2014/main" id="{5305BF2F-8D0A-515D-0252-24657F838AD7}"/>
              </a:ext>
            </a:extLst>
          </p:cNvPr>
          <p:cNvSpPr>
            <a:spLocks noGrp="1"/>
          </p:cNvSpPr>
          <p:nvPr>
            <p:ph type="body" sz="quarter" idx="15" hasCustomPrompt="1"/>
          </p:nvPr>
        </p:nvSpPr>
        <p:spPr>
          <a:xfrm>
            <a:off x="8364062" y="2821676"/>
            <a:ext cx="3312000" cy="923330"/>
          </a:xfrm>
        </p:spPr>
        <p:txBody>
          <a:bodyPr>
            <a:spAutoFit/>
          </a:bodyPr>
          <a:lstStyle>
            <a:lvl1pPr marL="0" indent="0" algn="ctr">
              <a:buNone/>
              <a:defRPr sz="5400" b="1">
                <a:latin typeface="+mj-lt"/>
              </a:defRPr>
            </a:lvl1pPr>
          </a:lstStyle>
          <a:p>
            <a:pPr lvl="0"/>
            <a:r>
              <a:rPr lang="fr-CA"/>
              <a:t>Stat</a:t>
            </a:r>
            <a:endParaRPr lang="en-CA"/>
          </a:p>
        </p:txBody>
      </p:sp>
      <p:sp>
        <p:nvSpPr>
          <p:cNvPr id="5" name="Espace réservé du numéro de diapositive 4">
            <a:extLst>
              <a:ext uri="{FF2B5EF4-FFF2-40B4-BE49-F238E27FC236}">
                <a16:creationId xmlns:a16="http://schemas.microsoft.com/office/drawing/2014/main" id="{B77C89BF-7BBF-252E-5CE2-B03836510E28}"/>
              </a:ext>
            </a:extLst>
          </p:cNvPr>
          <p:cNvSpPr>
            <a:spLocks noGrp="1"/>
          </p:cNvSpPr>
          <p:nvPr>
            <p:ph type="sldNum" sz="quarter" idx="16"/>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65054233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 statistiques &amp; Mots-clés avec lig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accent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377380"/>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9" name="Straight Connector 3">
            <a:extLst>
              <a:ext uri="{FF2B5EF4-FFF2-40B4-BE49-F238E27FC236}">
                <a16:creationId xmlns:a16="http://schemas.microsoft.com/office/drawing/2014/main" id="{4A0BB841-A8D2-E179-3698-F4FCE0A017D8}"/>
              </a:ext>
            </a:extLst>
          </p:cNvPr>
          <p:cNvCxnSpPr>
            <a:cxnSpLocks/>
          </p:cNvCxnSpPr>
          <p:nvPr userDrawn="1"/>
        </p:nvCxnSpPr>
        <p:spPr>
          <a:xfrm>
            <a:off x="6096000" y="17891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6" name="Espace réservé du texte 6">
            <a:extLst>
              <a:ext uri="{FF2B5EF4-FFF2-40B4-BE49-F238E27FC236}">
                <a16:creationId xmlns:a16="http://schemas.microsoft.com/office/drawing/2014/main" id="{94D68B9C-82EB-37CD-D6E2-4F89AF207161}"/>
              </a:ext>
            </a:extLst>
          </p:cNvPr>
          <p:cNvSpPr>
            <a:spLocks noGrp="1"/>
          </p:cNvSpPr>
          <p:nvPr>
            <p:ph type="body" sz="quarter" idx="24" hasCustomPrompt="1"/>
          </p:nvPr>
        </p:nvSpPr>
        <p:spPr>
          <a:xfrm>
            <a:off x="9132710" y="1377380"/>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17" name="Straight Connector 3">
            <a:extLst>
              <a:ext uri="{FF2B5EF4-FFF2-40B4-BE49-F238E27FC236}">
                <a16:creationId xmlns:a16="http://schemas.microsoft.com/office/drawing/2014/main" id="{A8640F84-406B-B032-6E1D-FBC7B8012FE6}"/>
              </a:ext>
            </a:extLst>
          </p:cNvPr>
          <p:cNvCxnSpPr>
            <a:cxnSpLocks/>
          </p:cNvCxnSpPr>
          <p:nvPr userDrawn="1"/>
        </p:nvCxnSpPr>
        <p:spPr>
          <a:xfrm>
            <a:off x="9132710" y="17891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8" name="Espace réservé du texte 6">
            <a:extLst>
              <a:ext uri="{FF2B5EF4-FFF2-40B4-BE49-F238E27FC236}">
                <a16:creationId xmlns:a16="http://schemas.microsoft.com/office/drawing/2014/main" id="{4D4F70EA-685A-2ECA-7D31-466F4A4A8367}"/>
              </a:ext>
            </a:extLst>
          </p:cNvPr>
          <p:cNvSpPr>
            <a:spLocks noGrp="1"/>
          </p:cNvSpPr>
          <p:nvPr>
            <p:ph type="body" sz="quarter" idx="25" hasCustomPrompt="1"/>
          </p:nvPr>
        </p:nvSpPr>
        <p:spPr>
          <a:xfrm>
            <a:off x="913271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9" name="Espace réservé du texte 6">
            <a:extLst>
              <a:ext uri="{FF2B5EF4-FFF2-40B4-BE49-F238E27FC236}">
                <a16:creationId xmlns:a16="http://schemas.microsoft.com/office/drawing/2014/main" id="{60A09C28-9C29-31E3-D4EE-1C427590811E}"/>
              </a:ext>
            </a:extLst>
          </p:cNvPr>
          <p:cNvSpPr>
            <a:spLocks noGrp="1"/>
          </p:cNvSpPr>
          <p:nvPr>
            <p:ph type="body" sz="quarter" idx="26" hasCustomPrompt="1"/>
          </p:nvPr>
        </p:nvSpPr>
        <p:spPr>
          <a:xfrm>
            <a:off x="6096000" y="3140062"/>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20" name="Straight Connector 3">
            <a:extLst>
              <a:ext uri="{FF2B5EF4-FFF2-40B4-BE49-F238E27FC236}">
                <a16:creationId xmlns:a16="http://schemas.microsoft.com/office/drawing/2014/main" id="{FE1A0697-AC69-CB97-8A81-616CEC399F6F}"/>
              </a:ext>
            </a:extLst>
          </p:cNvPr>
          <p:cNvCxnSpPr>
            <a:cxnSpLocks/>
          </p:cNvCxnSpPr>
          <p:nvPr userDrawn="1"/>
        </p:nvCxnSpPr>
        <p:spPr>
          <a:xfrm>
            <a:off x="6096000" y="3545336"/>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Espace réservé du texte 6">
            <a:extLst>
              <a:ext uri="{FF2B5EF4-FFF2-40B4-BE49-F238E27FC236}">
                <a16:creationId xmlns:a16="http://schemas.microsoft.com/office/drawing/2014/main" id="{62EEE8B0-9910-4A9F-544E-A87ADA96A667}"/>
              </a:ext>
            </a:extLst>
          </p:cNvPr>
          <p:cNvSpPr>
            <a:spLocks noGrp="1"/>
          </p:cNvSpPr>
          <p:nvPr>
            <p:ph type="body" sz="quarter" idx="27" hasCustomPrompt="1"/>
          </p:nvPr>
        </p:nvSpPr>
        <p:spPr>
          <a:xfrm>
            <a:off x="6096000" y="3569327"/>
            <a:ext cx="2543352" cy="830997"/>
          </a:xfrm>
        </p:spPr>
        <p:txBody>
          <a:bodyPr>
            <a:spAutoFit/>
          </a:bodyPr>
          <a:lstStyle>
            <a:lvl1pPr marL="0" indent="0">
              <a:buNone/>
              <a:defRPr sz="4800" b="1">
                <a:latin typeface="+mj-lt"/>
              </a:defRPr>
            </a:lvl1pPr>
          </a:lstStyle>
          <a:p>
            <a:pPr lvl="0"/>
            <a:r>
              <a:rPr lang="fr-CA"/>
              <a:t>Stat</a:t>
            </a:r>
            <a:endParaRPr lang="en-CA"/>
          </a:p>
        </p:txBody>
      </p:sp>
      <p:sp>
        <p:nvSpPr>
          <p:cNvPr id="31" name="Espace réservé du texte 6">
            <a:extLst>
              <a:ext uri="{FF2B5EF4-FFF2-40B4-BE49-F238E27FC236}">
                <a16:creationId xmlns:a16="http://schemas.microsoft.com/office/drawing/2014/main" id="{9D634C9C-4035-C327-699A-9E865DEC57D6}"/>
              </a:ext>
            </a:extLst>
          </p:cNvPr>
          <p:cNvSpPr>
            <a:spLocks noGrp="1"/>
          </p:cNvSpPr>
          <p:nvPr>
            <p:ph type="body" sz="quarter" idx="28" hasCustomPrompt="1"/>
          </p:nvPr>
        </p:nvSpPr>
        <p:spPr>
          <a:xfrm>
            <a:off x="9132710" y="3140062"/>
            <a:ext cx="2543352" cy="400110"/>
          </a:xfrm>
        </p:spPr>
        <p:txBody>
          <a:bodyPr>
            <a:spAutoFit/>
          </a:bodyPr>
          <a:lstStyle>
            <a:lvl1pPr marL="0" indent="0">
              <a:buNone/>
              <a:defRPr sz="2000">
                <a:latin typeface="Premier Tech Title" pitchFamily="2" charset="0"/>
                <a:ea typeface="Premier Tech Title" pitchFamily="2" charset="0"/>
              </a:defRPr>
            </a:lvl1pPr>
          </a:lstStyle>
          <a:p>
            <a:pPr lvl="0"/>
            <a:r>
              <a:rPr lang="fr-CA"/>
              <a:t>Mots-clés</a:t>
            </a:r>
            <a:endParaRPr lang="en-CA"/>
          </a:p>
        </p:txBody>
      </p:sp>
      <p:cxnSp>
        <p:nvCxnSpPr>
          <p:cNvPr id="32" name="Straight Connector 3">
            <a:extLst>
              <a:ext uri="{FF2B5EF4-FFF2-40B4-BE49-F238E27FC236}">
                <a16:creationId xmlns:a16="http://schemas.microsoft.com/office/drawing/2014/main" id="{4EDAE504-6BA5-00BA-79AF-1D77D8D68528}"/>
              </a:ext>
            </a:extLst>
          </p:cNvPr>
          <p:cNvCxnSpPr>
            <a:cxnSpLocks/>
          </p:cNvCxnSpPr>
          <p:nvPr userDrawn="1"/>
        </p:nvCxnSpPr>
        <p:spPr>
          <a:xfrm>
            <a:off x="9132710" y="3545336"/>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Espace réservé du texte 6">
            <a:extLst>
              <a:ext uri="{FF2B5EF4-FFF2-40B4-BE49-F238E27FC236}">
                <a16:creationId xmlns:a16="http://schemas.microsoft.com/office/drawing/2014/main" id="{4F785261-2FD2-B9D9-9212-7D647215BA7A}"/>
              </a:ext>
            </a:extLst>
          </p:cNvPr>
          <p:cNvSpPr>
            <a:spLocks noGrp="1"/>
          </p:cNvSpPr>
          <p:nvPr>
            <p:ph type="body" sz="quarter" idx="29" hasCustomPrompt="1"/>
          </p:nvPr>
        </p:nvSpPr>
        <p:spPr>
          <a:xfrm>
            <a:off x="9132710" y="3569327"/>
            <a:ext cx="2543352" cy="830997"/>
          </a:xfrm>
        </p:spPr>
        <p:txBody>
          <a:bodyPr>
            <a:spAutoFit/>
          </a:bodyPr>
          <a:lstStyle>
            <a:lvl1pPr marL="0" indent="0">
              <a:buNone/>
              <a:defRPr sz="4800" b="1">
                <a:latin typeface="+mj-lt"/>
              </a:defRPr>
            </a:lvl1pPr>
          </a:lstStyle>
          <a:p>
            <a:pPr lvl="0"/>
            <a:r>
              <a:rPr lang="fr-CA"/>
              <a:t>Stat</a:t>
            </a:r>
            <a:endParaRPr lang="en-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5034455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4 statistique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tx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377380"/>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dirty="0"/>
              <a:t>Mots-clés</a:t>
            </a:r>
            <a:endParaRPr lang="en-CA" dirty="0"/>
          </a:p>
        </p:txBody>
      </p: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815362"/>
            <a:ext cx="2543352" cy="830997"/>
          </a:xfrm>
        </p:spPr>
        <p:txBody>
          <a:bodyPr>
            <a:spAutoFit/>
          </a:bodyPr>
          <a:lstStyle>
            <a:lvl1pPr marL="0" indent="0">
              <a:buNone/>
              <a:defRPr sz="4800" b="1">
                <a:latin typeface="+mj-lt"/>
              </a:defRPr>
            </a:lvl1pPr>
          </a:lstStyle>
          <a:p>
            <a:pPr lvl="0"/>
            <a:r>
              <a:rPr lang="fr-CA" dirty="0"/>
              <a:t>Stat</a:t>
            </a:r>
            <a:endParaRPr lang="en-CA" dirty="0"/>
          </a:p>
        </p:txBody>
      </p:sp>
      <p:sp>
        <p:nvSpPr>
          <p:cNvPr id="16" name="Espace réservé du texte 6">
            <a:extLst>
              <a:ext uri="{FF2B5EF4-FFF2-40B4-BE49-F238E27FC236}">
                <a16:creationId xmlns:a16="http://schemas.microsoft.com/office/drawing/2014/main" id="{94D68B9C-82EB-37CD-D6E2-4F89AF207161}"/>
              </a:ext>
            </a:extLst>
          </p:cNvPr>
          <p:cNvSpPr>
            <a:spLocks noGrp="1"/>
          </p:cNvSpPr>
          <p:nvPr>
            <p:ph type="body" sz="quarter" idx="24" hasCustomPrompt="1"/>
          </p:nvPr>
        </p:nvSpPr>
        <p:spPr>
          <a:xfrm>
            <a:off x="9132710" y="1377380"/>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8" name="Espace réservé du texte 6">
            <a:extLst>
              <a:ext uri="{FF2B5EF4-FFF2-40B4-BE49-F238E27FC236}">
                <a16:creationId xmlns:a16="http://schemas.microsoft.com/office/drawing/2014/main" id="{4D4F70EA-685A-2ECA-7D31-466F4A4A8367}"/>
              </a:ext>
            </a:extLst>
          </p:cNvPr>
          <p:cNvSpPr>
            <a:spLocks noGrp="1"/>
          </p:cNvSpPr>
          <p:nvPr>
            <p:ph type="body" sz="quarter" idx="25" hasCustomPrompt="1"/>
          </p:nvPr>
        </p:nvSpPr>
        <p:spPr>
          <a:xfrm>
            <a:off x="9132710" y="1815362"/>
            <a:ext cx="2543352" cy="830997"/>
          </a:xfrm>
        </p:spPr>
        <p:txBody>
          <a:bodyPr>
            <a:spAutoFit/>
          </a:bodyPr>
          <a:lstStyle>
            <a:lvl1pPr marL="0" indent="0">
              <a:buNone/>
              <a:defRPr sz="4800" b="1">
                <a:latin typeface="+mj-lt"/>
              </a:defRPr>
            </a:lvl1pPr>
          </a:lstStyle>
          <a:p>
            <a:pPr lvl="0"/>
            <a:r>
              <a:rPr lang="fr-CA"/>
              <a:t>Stat</a:t>
            </a:r>
            <a:endParaRPr lang="en-CA"/>
          </a:p>
        </p:txBody>
      </p:sp>
      <p:sp>
        <p:nvSpPr>
          <p:cNvPr id="19" name="Espace réservé du texte 6">
            <a:extLst>
              <a:ext uri="{FF2B5EF4-FFF2-40B4-BE49-F238E27FC236}">
                <a16:creationId xmlns:a16="http://schemas.microsoft.com/office/drawing/2014/main" id="{60A09C28-9C29-31E3-D4EE-1C427590811E}"/>
              </a:ext>
            </a:extLst>
          </p:cNvPr>
          <p:cNvSpPr>
            <a:spLocks noGrp="1"/>
          </p:cNvSpPr>
          <p:nvPr>
            <p:ph type="body" sz="quarter" idx="26" hasCustomPrompt="1"/>
          </p:nvPr>
        </p:nvSpPr>
        <p:spPr>
          <a:xfrm>
            <a:off x="6096000" y="3140062"/>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dirty="0"/>
              <a:t>Mots-clés</a:t>
            </a:r>
            <a:endParaRPr lang="en-CA" dirty="0"/>
          </a:p>
        </p:txBody>
      </p:sp>
      <p:sp>
        <p:nvSpPr>
          <p:cNvPr id="30" name="Espace réservé du texte 6">
            <a:extLst>
              <a:ext uri="{FF2B5EF4-FFF2-40B4-BE49-F238E27FC236}">
                <a16:creationId xmlns:a16="http://schemas.microsoft.com/office/drawing/2014/main" id="{62EEE8B0-9910-4A9F-544E-A87ADA96A667}"/>
              </a:ext>
            </a:extLst>
          </p:cNvPr>
          <p:cNvSpPr>
            <a:spLocks noGrp="1"/>
          </p:cNvSpPr>
          <p:nvPr>
            <p:ph type="body" sz="quarter" idx="27" hasCustomPrompt="1"/>
          </p:nvPr>
        </p:nvSpPr>
        <p:spPr>
          <a:xfrm>
            <a:off x="6096000" y="3576485"/>
            <a:ext cx="2543352" cy="830997"/>
          </a:xfrm>
        </p:spPr>
        <p:txBody>
          <a:bodyPr>
            <a:spAutoFit/>
          </a:bodyPr>
          <a:lstStyle>
            <a:lvl1pPr marL="0" indent="0">
              <a:buNone/>
              <a:defRPr sz="4800" b="1">
                <a:latin typeface="+mj-lt"/>
              </a:defRPr>
            </a:lvl1pPr>
          </a:lstStyle>
          <a:p>
            <a:pPr lvl="0"/>
            <a:r>
              <a:rPr lang="fr-CA" dirty="0"/>
              <a:t>Stat</a:t>
            </a:r>
            <a:endParaRPr lang="en-CA" dirty="0"/>
          </a:p>
        </p:txBody>
      </p:sp>
      <p:sp>
        <p:nvSpPr>
          <p:cNvPr id="31" name="Espace réservé du texte 6">
            <a:extLst>
              <a:ext uri="{FF2B5EF4-FFF2-40B4-BE49-F238E27FC236}">
                <a16:creationId xmlns:a16="http://schemas.microsoft.com/office/drawing/2014/main" id="{9D634C9C-4035-C327-699A-9E865DEC57D6}"/>
              </a:ext>
            </a:extLst>
          </p:cNvPr>
          <p:cNvSpPr>
            <a:spLocks noGrp="1"/>
          </p:cNvSpPr>
          <p:nvPr>
            <p:ph type="body" sz="quarter" idx="28" hasCustomPrompt="1"/>
          </p:nvPr>
        </p:nvSpPr>
        <p:spPr>
          <a:xfrm>
            <a:off x="9132710" y="3140062"/>
            <a:ext cx="2543352" cy="400110"/>
          </a:xfrm>
        </p:spPr>
        <p:txBody>
          <a:bodyPr>
            <a:spAutoFit/>
          </a:bodyPr>
          <a:lstStyle>
            <a:lvl1pPr marL="0" indent="0">
              <a:buNone/>
              <a:defRPr sz="20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33" name="Espace réservé du texte 6">
            <a:extLst>
              <a:ext uri="{FF2B5EF4-FFF2-40B4-BE49-F238E27FC236}">
                <a16:creationId xmlns:a16="http://schemas.microsoft.com/office/drawing/2014/main" id="{4F785261-2FD2-B9D9-9212-7D647215BA7A}"/>
              </a:ext>
            </a:extLst>
          </p:cNvPr>
          <p:cNvSpPr>
            <a:spLocks noGrp="1"/>
          </p:cNvSpPr>
          <p:nvPr>
            <p:ph type="body" sz="quarter" idx="29" hasCustomPrompt="1"/>
          </p:nvPr>
        </p:nvSpPr>
        <p:spPr>
          <a:xfrm>
            <a:off x="9132710" y="3576485"/>
            <a:ext cx="2543352" cy="830997"/>
          </a:xfrm>
        </p:spPr>
        <p:txBody>
          <a:bodyPr>
            <a:spAutoFit/>
          </a:bodyPr>
          <a:lstStyle>
            <a:lvl1pPr marL="0" indent="0">
              <a:buNone/>
              <a:defRPr sz="4800" b="1">
                <a:latin typeface="+mj-lt"/>
              </a:defRPr>
            </a:lvl1pPr>
          </a:lstStyle>
          <a:p>
            <a:pPr lvl="0"/>
            <a:r>
              <a:rPr lang="fr-CA"/>
              <a:t>Stat</a:t>
            </a:r>
            <a:endParaRPr lang="en-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155667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3 boîtes bleues pour courts énoncés avec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AA98D881-1324-A72C-9485-EEBCC26892C1}"/>
              </a:ext>
            </a:extLst>
          </p:cNvPr>
          <p:cNvSpPr>
            <a:spLocks noGrp="1"/>
          </p:cNvSpPr>
          <p:nvPr>
            <p:ph type="body" sz="quarter" idx="18" hasCustomPrompt="1"/>
          </p:nvPr>
        </p:nvSpPr>
        <p:spPr>
          <a:xfrm>
            <a:off x="4288030" y="2014534"/>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4A7F51CC-029A-3644-1925-959F87C31B4D}"/>
              </a:ext>
            </a:extLst>
          </p:cNvPr>
          <p:cNvSpPr>
            <a:spLocks noGrp="1"/>
          </p:cNvSpPr>
          <p:nvPr>
            <p:ph type="body" sz="quarter" idx="19" hasCustomPrompt="1"/>
          </p:nvPr>
        </p:nvSpPr>
        <p:spPr>
          <a:xfrm>
            <a:off x="8060119" y="2014533"/>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72089"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4444180"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8216271"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10158941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 boîtes bleues pour courts énoncés sans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AA98D881-1324-A72C-9485-EEBCC26892C1}"/>
              </a:ext>
            </a:extLst>
          </p:cNvPr>
          <p:cNvSpPr>
            <a:spLocks noGrp="1"/>
          </p:cNvSpPr>
          <p:nvPr>
            <p:ph type="body" sz="quarter" idx="18" hasCustomPrompt="1"/>
          </p:nvPr>
        </p:nvSpPr>
        <p:spPr>
          <a:xfrm>
            <a:off x="4288030" y="2014534"/>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4A7F51CC-029A-3644-1925-959F87C31B4D}"/>
              </a:ext>
            </a:extLst>
          </p:cNvPr>
          <p:cNvSpPr>
            <a:spLocks noGrp="1"/>
          </p:cNvSpPr>
          <p:nvPr>
            <p:ph type="body" sz="quarter" idx="19" hasCustomPrompt="1"/>
          </p:nvPr>
        </p:nvSpPr>
        <p:spPr>
          <a:xfrm>
            <a:off x="8060119" y="2014533"/>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5423078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boîtes grises pour courts énoncés avec sous-titres">
    <p:spTree>
      <p:nvGrpSpPr>
        <p:cNvPr id="1" name=""/>
        <p:cNvGrpSpPr/>
        <p:nvPr/>
      </p:nvGrpSpPr>
      <p:grpSpPr>
        <a:xfrm>
          <a:off x="0" y="0"/>
          <a:ext cx="0" cy="0"/>
          <a:chOff x="0" y="0"/>
          <a:chExt cx="0" cy="0"/>
        </a:xfrm>
      </p:grpSpPr>
      <p:sp>
        <p:nvSpPr>
          <p:cNvPr id="8" name="Text Placeholder 16">
            <a:extLst>
              <a:ext uri="{FF2B5EF4-FFF2-40B4-BE49-F238E27FC236}">
                <a16:creationId xmlns:a16="http://schemas.microsoft.com/office/drawing/2014/main" id="{E4FBBFA0-92E5-5444-8D30-F6C885E16080}"/>
              </a:ext>
            </a:extLst>
          </p:cNvPr>
          <p:cNvSpPr>
            <a:spLocks noGrp="1"/>
          </p:cNvSpPr>
          <p:nvPr>
            <p:ph type="body" sz="quarter" idx="18" hasCustomPrompt="1"/>
          </p:nvPr>
        </p:nvSpPr>
        <p:spPr>
          <a:xfrm>
            <a:off x="4288030" y="2014534"/>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05E7E07B-293D-6490-A482-3DED33558D11}"/>
              </a:ext>
            </a:extLst>
          </p:cNvPr>
          <p:cNvSpPr>
            <a:spLocks noGrp="1"/>
          </p:cNvSpPr>
          <p:nvPr>
            <p:ph type="body" sz="quarter" idx="19" hasCustomPrompt="1"/>
          </p:nvPr>
        </p:nvSpPr>
        <p:spPr>
          <a:xfrm>
            <a:off x="8060123" y="2014534"/>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72089"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4444180"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8216271" y="1763444"/>
            <a:ext cx="3303639" cy="523220"/>
          </a:xfrm>
          <a:solidFill>
            <a:schemeClr val="bg1"/>
          </a:solidFill>
        </p:spPr>
        <p:txBody>
          <a:bodyPr anchor="ctr">
            <a:spAutoFit/>
          </a:bodyPr>
          <a:lstStyle>
            <a:lvl1pPr marL="0" indent="0" algn="ctr">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11075992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boîtes grises pour courts énoncés sans sous-titres">
    <p:spTree>
      <p:nvGrpSpPr>
        <p:cNvPr id="1" name=""/>
        <p:cNvGrpSpPr/>
        <p:nvPr/>
      </p:nvGrpSpPr>
      <p:grpSpPr>
        <a:xfrm>
          <a:off x="0" y="0"/>
          <a:ext cx="0" cy="0"/>
          <a:chOff x="0" y="0"/>
          <a:chExt cx="0" cy="0"/>
        </a:xfrm>
      </p:grpSpPr>
      <p:sp>
        <p:nvSpPr>
          <p:cNvPr id="8" name="Text Placeholder 16">
            <a:extLst>
              <a:ext uri="{FF2B5EF4-FFF2-40B4-BE49-F238E27FC236}">
                <a16:creationId xmlns:a16="http://schemas.microsoft.com/office/drawing/2014/main" id="{E4FBBFA0-92E5-5444-8D30-F6C885E16080}"/>
              </a:ext>
            </a:extLst>
          </p:cNvPr>
          <p:cNvSpPr>
            <a:spLocks noGrp="1"/>
          </p:cNvSpPr>
          <p:nvPr>
            <p:ph type="body" sz="quarter" idx="18" hasCustomPrompt="1"/>
          </p:nvPr>
        </p:nvSpPr>
        <p:spPr>
          <a:xfrm>
            <a:off x="4288030" y="2014534"/>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05E7E07B-293D-6490-A482-3DED33558D11}"/>
              </a:ext>
            </a:extLst>
          </p:cNvPr>
          <p:cNvSpPr>
            <a:spLocks noGrp="1"/>
          </p:cNvSpPr>
          <p:nvPr>
            <p:ph type="body" sz="quarter" idx="19" hasCustomPrompt="1"/>
          </p:nvPr>
        </p:nvSpPr>
        <p:spPr>
          <a:xfrm>
            <a:off x="8060123" y="2014534"/>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8" y="2014535"/>
            <a:ext cx="3615941" cy="3080671"/>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629591"/>
            <a:ext cx="11160124" cy="769441"/>
          </a:xfrm>
        </p:spPr>
        <p:txBody>
          <a:bodyPr>
            <a:spAutoFit/>
          </a:bodyPr>
          <a:lstStyle>
            <a:lvl1pPr algn="ctr">
              <a:defRPr/>
            </a:lvl1pPr>
          </a:lstStyle>
          <a:p>
            <a:r>
              <a:rPr lang="fr-FR"/>
              <a:t>Titre</a:t>
            </a:r>
            <a:endParaRPr lang="en-CA"/>
          </a:p>
        </p:txBody>
      </p:sp>
      <p:sp>
        <p:nvSpPr>
          <p:cNvPr id="6" name="Espace réservé du numéro de diapositive 5">
            <a:extLst>
              <a:ext uri="{FF2B5EF4-FFF2-40B4-BE49-F238E27FC236}">
                <a16:creationId xmlns:a16="http://schemas.microsoft.com/office/drawing/2014/main" id="{601FB0D7-1346-5ED6-97DD-C9D3C15D58D2}"/>
              </a:ext>
            </a:extLst>
          </p:cNvPr>
          <p:cNvSpPr>
            <a:spLocks noGrp="1"/>
          </p:cNvSpPr>
          <p:nvPr>
            <p:ph type="sldNum" sz="quarter" idx="17"/>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05744898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 boîtes bleues pour courts énoncés avec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C888D9B7-68F2-C10E-A50B-27CE8A6C7C89}"/>
              </a:ext>
            </a:extLst>
          </p:cNvPr>
          <p:cNvSpPr>
            <a:spLocks noGrp="1"/>
          </p:cNvSpPr>
          <p:nvPr>
            <p:ph type="body" sz="quarter" idx="20" hasCustomPrompt="1"/>
          </p:nvPr>
        </p:nvSpPr>
        <p:spPr>
          <a:xfrm>
            <a:off x="3348918"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8E646C50-AD6C-BE0E-BFC9-548A28A45D92}"/>
              </a:ext>
            </a:extLst>
          </p:cNvPr>
          <p:cNvSpPr>
            <a:spLocks noGrp="1"/>
          </p:cNvSpPr>
          <p:nvPr>
            <p:ph type="body" sz="quarter" idx="21" hasCustomPrompt="1"/>
          </p:nvPr>
        </p:nvSpPr>
        <p:spPr>
          <a:xfrm>
            <a:off x="6181897"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CC6FBFF2-F0CF-8B5D-6EBF-9DF23DC30B67}"/>
              </a:ext>
            </a:extLst>
          </p:cNvPr>
          <p:cNvSpPr>
            <a:spLocks noGrp="1"/>
          </p:cNvSpPr>
          <p:nvPr>
            <p:ph type="body" sz="quarter" idx="22" hasCustomPrompt="1"/>
          </p:nvPr>
        </p:nvSpPr>
        <p:spPr>
          <a:xfrm>
            <a:off x="9014875"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31535"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3464514"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6297493"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texte 6">
            <a:extLst>
              <a:ext uri="{FF2B5EF4-FFF2-40B4-BE49-F238E27FC236}">
                <a16:creationId xmlns:a16="http://schemas.microsoft.com/office/drawing/2014/main" id="{2311000A-FCD0-FDF1-61D0-396AD65D626A}"/>
              </a:ext>
            </a:extLst>
          </p:cNvPr>
          <p:cNvSpPr>
            <a:spLocks noGrp="1"/>
          </p:cNvSpPr>
          <p:nvPr>
            <p:ph type="body" sz="quarter" idx="18" hasCustomPrompt="1"/>
          </p:nvPr>
        </p:nvSpPr>
        <p:spPr>
          <a:xfrm>
            <a:off x="9130471"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94279172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 boîtes bleues pour courts énoncés sans sous-titres">
    <p:spTree>
      <p:nvGrpSpPr>
        <p:cNvPr id="1" name=""/>
        <p:cNvGrpSpPr/>
        <p:nvPr/>
      </p:nvGrpSpPr>
      <p:grpSpPr>
        <a:xfrm>
          <a:off x="0" y="0"/>
          <a:ext cx="0" cy="0"/>
          <a:chOff x="0" y="0"/>
          <a:chExt cx="0" cy="0"/>
        </a:xfrm>
      </p:grpSpPr>
      <p:sp>
        <p:nvSpPr>
          <p:cNvPr id="5" name="Text Placeholder 16">
            <a:extLst>
              <a:ext uri="{FF2B5EF4-FFF2-40B4-BE49-F238E27FC236}">
                <a16:creationId xmlns:a16="http://schemas.microsoft.com/office/drawing/2014/main" id="{C888D9B7-68F2-C10E-A50B-27CE8A6C7C89}"/>
              </a:ext>
            </a:extLst>
          </p:cNvPr>
          <p:cNvSpPr>
            <a:spLocks noGrp="1"/>
          </p:cNvSpPr>
          <p:nvPr>
            <p:ph type="body" sz="quarter" idx="20" hasCustomPrompt="1"/>
          </p:nvPr>
        </p:nvSpPr>
        <p:spPr>
          <a:xfrm>
            <a:off x="3348918"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7" name="Text Placeholder 16">
            <a:extLst>
              <a:ext uri="{FF2B5EF4-FFF2-40B4-BE49-F238E27FC236}">
                <a16:creationId xmlns:a16="http://schemas.microsoft.com/office/drawing/2014/main" id="{8E646C50-AD6C-BE0E-BFC9-548A28A45D92}"/>
              </a:ext>
            </a:extLst>
          </p:cNvPr>
          <p:cNvSpPr>
            <a:spLocks noGrp="1"/>
          </p:cNvSpPr>
          <p:nvPr>
            <p:ph type="body" sz="quarter" idx="21" hasCustomPrompt="1"/>
          </p:nvPr>
        </p:nvSpPr>
        <p:spPr>
          <a:xfrm>
            <a:off x="6181897"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1" name="Text Placeholder 16">
            <a:extLst>
              <a:ext uri="{FF2B5EF4-FFF2-40B4-BE49-F238E27FC236}">
                <a16:creationId xmlns:a16="http://schemas.microsoft.com/office/drawing/2014/main" id="{CC6FBFF2-F0CF-8B5D-6EBF-9DF23DC30B67}"/>
              </a:ext>
            </a:extLst>
          </p:cNvPr>
          <p:cNvSpPr>
            <a:spLocks noGrp="1"/>
          </p:cNvSpPr>
          <p:nvPr>
            <p:ph type="body" sz="quarter" idx="22" hasCustomPrompt="1"/>
          </p:nvPr>
        </p:nvSpPr>
        <p:spPr>
          <a:xfrm>
            <a:off x="9014875"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6208"/>
            <a:ext cx="2676829" cy="2280576"/>
          </a:xfrm>
          <a:ln w="12700" cap="rnd">
            <a:solidFill>
              <a:schemeClr val="accent1"/>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80921109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 boîtes grises pour courts énoncés avec sous-titres">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BC9B0BB1-8EB2-68AB-4183-C252BCB7C76C}"/>
              </a:ext>
            </a:extLst>
          </p:cNvPr>
          <p:cNvSpPr>
            <a:spLocks noGrp="1"/>
          </p:cNvSpPr>
          <p:nvPr>
            <p:ph type="body" sz="quarter" idx="20" hasCustomPrompt="1"/>
          </p:nvPr>
        </p:nvSpPr>
        <p:spPr>
          <a:xfrm>
            <a:off x="3348917"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3" name="Text Placeholder 16">
            <a:extLst>
              <a:ext uri="{FF2B5EF4-FFF2-40B4-BE49-F238E27FC236}">
                <a16:creationId xmlns:a16="http://schemas.microsoft.com/office/drawing/2014/main" id="{4E377D42-6D22-0B5F-F033-46872EEEE68D}"/>
              </a:ext>
            </a:extLst>
          </p:cNvPr>
          <p:cNvSpPr>
            <a:spLocks noGrp="1"/>
          </p:cNvSpPr>
          <p:nvPr>
            <p:ph type="body" sz="quarter" idx="21" hasCustomPrompt="1"/>
          </p:nvPr>
        </p:nvSpPr>
        <p:spPr>
          <a:xfrm>
            <a:off x="6181896"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6" name="Text Placeholder 16">
            <a:extLst>
              <a:ext uri="{FF2B5EF4-FFF2-40B4-BE49-F238E27FC236}">
                <a16:creationId xmlns:a16="http://schemas.microsoft.com/office/drawing/2014/main" id="{AF75D024-525D-8691-A183-8B64B8A803B8}"/>
              </a:ext>
            </a:extLst>
          </p:cNvPr>
          <p:cNvSpPr>
            <a:spLocks noGrp="1"/>
          </p:cNvSpPr>
          <p:nvPr>
            <p:ph type="body" sz="quarter" idx="22" hasCustomPrompt="1"/>
          </p:nvPr>
        </p:nvSpPr>
        <p:spPr>
          <a:xfrm>
            <a:off x="9014874"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3" name="Espace réservé du texte 6">
            <a:extLst>
              <a:ext uri="{FF2B5EF4-FFF2-40B4-BE49-F238E27FC236}">
                <a16:creationId xmlns:a16="http://schemas.microsoft.com/office/drawing/2014/main" id="{6F43C0CD-1503-07D1-8178-7F06E593DB53}"/>
              </a:ext>
            </a:extLst>
          </p:cNvPr>
          <p:cNvSpPr>
            <a:spLocks noGrp="1"/>
          </p:cNvSpPr>
          <p:nvPr>
            <p:ph type="body" sz="quarter" idx="14" hasCustomPrompt="1"/>
          </p:nvPr>
        </p:nvSpPr>
        <p:spPr>
          <a:xfrm>
            <a:off x="631535"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0" name="Espace réservé du texte 6">
            <a:extLst>
              <a:ext uri="{FF2B5EF4-FFF2-40B4-BE49-F238E27FC236}">
                <a16:creationId xmlns:a16="http://schemas.microsoft.com/office/drawing/2014/main" id="{EEABA502-5DF1-6B39-4F8B-A6A97D028063}"/>
              </a:ext>
            </a:extLst>
          </p:cNvPr>
          <p:cNvSpPr>
            <a:spLocks noGrp="1"/>
          </p:cNvSpPr>
          <p:nvPr>
            <p:ph type="body" sz="quarter" idx="15" hasCustomPrompt="1"/>
          </p:nvPr>
        </p:nvSpPr>
        <p:spPr>
          <a:xfrm>
            <a:off x="3464514"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12" name="Espace réservé du texte 6">
            <a:extLst>
              <a:ext uri="{FF2B5EF4-FFF2-40B4-BE49-F238E27FC236}">
                <a16:creationId xmlns:a16="http://schemas.microsoft.com/office/drawing/2014/main" id="{C1F75D31-88B2-F8A4-5923-B47D2D78895D}"/>
              </a:ext>
            </a:extLst>
          </p:cNvPr>
          <p:cNvSpPr>
            <a:spLocks noGrp="1"/>
          </p:cNvSpPr>
          <p:nvPr>
            <p:ph type="body" sz="quarter" idx="16" hasCustomPrompt="1"/>
          </p:nvPr>
        </p:nvSpPr>
        <p:spPr>
          <a:xfrm>
            <a:off x="6297493"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6" name="Espace réservé du texte 6">
            <a:extLst>
              <a:ext uri="{FF2B5EF4-FFF2-40B4-BE49-F238E27FC236}">
                <a16:creationId xmlns:a16="http://schemas.microsoft.com/office/drawing/2014/main" id="{2311000A-FCD0-FDF1-61D0-396AD65D626A}"/>
              </a:ext>
            </a:extLst>
          </p:cNvPr>
          <p:cNvSpPr>
            <a:spLocks noGrp="1"/>
          </p:cNvSpPr>
          <p:nvPr>
            <p:ph type="body" sz="quarter" idx="18" hasCustomPrompt="1"/>
          </p:nvPr>
        </p:nvSpPr>
        <p:spPr>
          <a:xfrm>
            <a:off x="9130472" y="2335591"/>
            <a:ext cx="2445636" cy="523220"/>
          </a:xfrm>
          <a:solidFill>
            <a:schemeClr val="bg1"/>
          </a:solidFill>
        </p:spPr>
        <p:txBody>
          <a:bodyPr anchor="ctr">
            <a:spAutoFit/>
          </a:bodyPr>
          <a:lstStyle>
            <a:lvl1pPr marL="0" indent="0" algn="ctr">
              <a:lnSpc>
                <a:spcPct val="100000"/>
              </a:lnSpc>
              <a:buNone/>
              <a:defRPr sz="2800" b="0">
                <a:latin typeface="Premier Tech Title" pitchFamily="2" charset="0"/>
                <a:ea typeface="Premier Tech Title" pitchFamily="2" charset="0"/>
              </a:defRPr>
            </a:lvl1pPr>
          </a:lstStyle>
          <a:p>
            <a:pPr lvl="0"/>
            <a:r>
              <a:rPr lang="fr-CA"/>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83453038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 boîtes grises pour courts énoncés sans sous-titres">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BC9B0BB1-8EB2-68AB-4183-C252BCB7C76C}"/>
              </a:ext>
            </a:extLst>
          </p:cNvPr>
          <p:cNvSpPr>
            <a:spLocks noGrp="1"/>
          </p:cNvSpPr>
          <p:nvPr>
            <p:ph type="body" sz="quarter" idx="20" hasCustomPrompt="1"/>
          </p:nvPr>
        </p:nvSpPr>
        <p:spPr>
          <a:xfrm>
            <a:off x="3348917"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3" name="Text Placeholder 16">
            <a:extLst>
              <a:ext uri="{FF2B5EF4-FFF2-40B4-BE49-F238E27FC236}">
                <a16:creationId xmlns:a16="http://schemas.microsoft.com/office/drawing/2014/main" id="{4E377D42-6D22-0B5F-F033-46872EEEE68D}"/>
              </a:ext>
            </a:extLst>
          </p:cNvPr>
          <p:cNvSpPr>
            <a:spLocks noGrp="1"/>
          </p:cNvSpPr>
          <p:nvPr>
            <p:ph type="body" sz="quarter" idx="21" hasCustomPrompt="1"/>
          </p:nvPr>
        </p:nvSpPr>
        <p:spPr>
          <a:xfrm>
            <a:off x="6181896"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16" name="Text Placeholder 16">
            <a:extLst>
              <a:ext uri="{FF2B5EF4-FFF2-40B4-BE49-F238E27FC236}">
                <a16:creationId xmlns:a16="http://schemas.microsoft.com/office/drawing/2014/main" id="{AF75D024-525D-8691-A183-8B64B8A803B8}"/>
              </a:ext>
            </a:extLst>
          </p:cNvPr>
          <p:cNvSpPr>
            <a:spLocks noGrp="1"/>
          </p:cNvSpPr>
          <p:nvPr>
            <p:ph type="body" sz="quarter" idx="22" hasCustomPrompt="1"/>
          </p:nvPr>
        </p:nvSpPr>
        <p:spPr>
          <a:xfrm>
            <a:off x="9014874"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9" name="Text Placeholder 16">
            <a:extLst>
              <a:ext uri="{FF2B5EF4-FFF2-40B4-BE49-F238E27FC236}">
                <a16:creationId xmlns:a16="http://schemas.microsoft.com/office/drawing/2014/main" id="{5D590CFA-FFB8-43C5-9DA2-FF3207895400}"/>
              </a:ext>
            </a:extLst>
          </p:cNvPr>
          <p:cNvSpPr>
            <a:spLocks noGrp="1"/>
          </p:cNvSpPr>
          <p:nvPr>
            <p:ph type="body" sz="quarter" idx="10" hasCustomPrompt="1"/>
          </p:nvPr>
        </p:nvSpPr>
        <p:spPr>
          <a:xfrm>
            <a:off x="515939" y="2595318"/>
            <a:ext cx="2676829" cy="2280576"/>
          </a:xfrm>
          <a:ln w="15875" cap="rnd">
            <a:solidFill>
              <a:schemeClr val="accent6">
                <a:alpha val="80000"/>
              </a:schemeClr>
            </a:solidFill>
            <a:round/>
          </a:ln>
        </p:spPr>
        <p:txBody>
          <a:bodyPr lIns="108000" rIns="108000" anchor="ctr">
            <a:noAutofit/>
          </a:bodyPr>
          <a:lstStyle>
            <a:lvl1pPr marL="0" indent="0" algn="ctr">
              <a:lnSpc>
                <a:spcPct val="100000"/>
              </a:lnSpc>
              <a:buNone/>
              <a:defRPr sz="2000"/>
            </a:lvl1pPr>
          </a:lstStyle>
          <a:p>
            <a:pPr lvl="0"/>
            <a:r>
              <a:rPr lang="en-US"/>
              <a:t>Court </a:t>
            </a:r>
            <a:r>
              <a:rPr lang="en-US" err="1"/>
              <a:t>énoncé</a:t>
            </a:r>
            <a:endParaRPr lang="en-US"/>
          </a:p>
        </p:txBody>
      </p:sp>
      <p:sp>
        <p:nvSpPr>
          <p:cNvPr id="2" name="Titre 1">
            <a:extLst>
              <a:ext uri="{FF2B5EF4-FFF2-40B4-BE49-F238E27FC236}">
                <a16:creationId xmlns:a16="http://schemas.microsoft.com/office/drawing/2014/main" id="{C9B2BBA3-5CBD-6607-041E-9E1116452F66}"/>
              </a:ext>
            </a:extLst>
          </p:cNvPr>
          <p:cNvSpPr>
            <a:spLocks noGrp="1"/>
          </p:cNvSpPr>
          <p:nvPr>
            <p:ph type="title" hasCustomPrompt="1"/>
          </p:nvPr>
        </p:nvSpPr>
        <p:spPr>
          <a:xfrm>
            <a:off x="515939" y="1201738"/>
            <a:ext cx="11160124" cy="769441"/>
          </a:xfrm>
        </p:spPr>
        <p:txBody>
          <a:bodyPr>
            <a:spAutoFit/>
          </a:bodyPr>
          <a:lstStyle>
            <a:lvl1pPr algn="ctr">
              <a:lnSpc>
                <a:spcPct val="100000"/>
              </a:lnSpc>
              <a:defRPr/>
            </a:lvl1pPr>
          </a:lstStyle>
          <a:p>
            <a:r>
              <a:rPr lang="fr-FR"/>
              <a:t>Titre</a:t>
            </a:r>
            <a:endParaRPr lang="en-CA"/>
          </a:p>
        </p:txBody>
      </p:sp>
      <p:sp>
        <p:nvSpPr>
          <p:cNvPr id="8" name="Espace réservé du numéro de diapositive 7">
            <a:extLst>
              <a:ext uri="{FF2B5EF4-FFF2-40B4-BE49-F238E27FC236}">
                <a16:creationId xmlns:a16="http://schemas.microsoft.com/office/drawing/2014/main" id="{5CAB504F-D663-12FF-13BC-7B866F9E03B7}"/>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53548618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 énoncés &amp; Mots-clés avec ligne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accent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272605"/>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9" name="Straight Connector 3">
            <a:extLst>
              <a:ext uri="{FF2B5EF4-FFF2-40B4-BE49-F238E27FC236}">
                <a16:creationId xmlns:a16="http://schemas.microsoft.com/office/drawing/2014/main" id="{4A0BB841-A8D2-E179-3698-F4FCE0A017D8}"/>
              </a:ext>
            </a:extLst>
          </p:cNvPr>
          <p:cNvCxnSpPr>
            <a:cxnSpLocks/>
          </p:cNvCxnSpPr>
          <p:nvPr userDrawn="1"/>
        </p:nvCxnSpPr>
        <p:spPr>
          <a:xfrm>
            <a:off x="6096000" y="17510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
        <p:nvSpPr>
          <p:cNvPr id="3" name="Espace réservé du texte 6">
            <a:extLst>
              <a:ext uri="{FF2B5EF4-FFF2-40B4-BE49-F238E27FC236}">
                <a16:creationId xmlns:a16="http://schemas.microsoft.com/office/drawing/2014/main" id="{E68E5B56-3BA9-7A3F-AF68-CDBECF253F96}"/>
              </a:ext>
            </a:extLst>
          </p:cNvPr>
          <p:cNvSpPr>
            <a:spLocks noGrp="1"/>
          </p:cNvSpPr>
          <p:nvPr>
            <p:ph type="body" sz="quarter" idx="31" hasCustomPrompt="1"/>
          </p:nvPr>
        </p:nvSpPr>
        <p:spPr>
          <a:xfrm>
            <a:off x="9132710" y="1272605"/>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4" name="Straight Connector 3">
            <a:extLst>
              <a:ext uri="{FF2B5EF4-FFF2-40B4-BE49-F238E27FC236}">
                <a16:creationId xmlns:a16="http://schemas.microsoft.com/office/drawing/2014/main" id="{2F5215F2-55EE-E0C3-74AD-5BEE540AB649}"/>
              </a:ext>
            </a:extLst>
          </p:cNvPr>
          <p:cNvCxnSpPr>
            <a:cxnSpLocks/>
          </p:cNvCxnSpPr>
          <p:nvPr userDrawn="1"/>
        </p:nvCxnSpPr>
        <p:spPr>
          <a:xfrm>
            <a:off x="9132710" y="1751034"/>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Espace réservé du texte 6">
            <a:extLst>
              <a:ext uri="{FF2B5EF4-FFF2-40B4-BE49-F238E27FC236}">
                <a16:creationId xmlns:a16="http://schemas.microsoft.com/office/drawing/2014/main" id="{15701E49-8028-B076-84EE-3E31473C26D8}"/>
              </a:ext>
            </a:extLst>
          </p:cNvPr>
          <p:cNvSpPr>
            <a:spLocks noGrp="1"/>
          </p:cNvSpPr>
          <p:nvPr>
            <p:ph type="body" sz="quarter" idx="32" hasCustomPrompt="1"/>
          </p:nvPr>
        </p:nvSpPr>
        <p:spPr>
          <a:xfrm>
            <a:off x="913271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8" name="Espace réservé du texte 6">
            <a:extLst>
              <a:ext uri="{FF2B5EF4-FFF2-40B4-BE49-F238E27FC236}">
                <a16:creationId xmlns:a16="http://schemas.microsoft.com/office/drawing/2014/main" id="{BE2DB609-51E9-3F1F-6021-58BDB2269292}"/>
              </a:ext>
            </a:extLst>
          </p:cNvPr>
          <p:cNvSpPr>
            <a:spLocks noGrp="1"/>
          </p:cNvSpPr>
          <p:nvPr>
            <p:ph type="body" sz="quarter" idx="33" hasCustomPrompt="1"/>
          </p:nvPr>
        </p:nvSpPr>
        <p:spPr>
          <a:xfrm>
            <a:off x="6096000" y="3151444"/>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10" name="Straight Connector 3">
            <a:extLst>
              <a:ext uri="{FF2B5EF4-FFF2-40B4-BE49-F238E27FC236}">
                <a16:creationId xmlns:a16="http://schemas.microsoft.com/office/drawing/2014/main" id="{9AE2826B-E9AB-2D52-AE25-8C75D55DED20}"/>
              </a:ext>
            </a:extLst>
          </p:cNvPr>
          <p:cNvCxnSpPr>
            <a:cxnSpLocks/>
          </p:cNvCxnSpPr>
          <p:nvPr userDrawn="1"/>
        </p:nvCxnSpPr>
        <p:spPr>
          <a:xfrm>
            <a:off x="6096000" y="3629873"/>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Espace réservé du texte 6">
            <a:extLst>
              <a:ext uri="{FF2B5EF4-FFF2-40B4-BE49-F238E27FC236}">
                <a16:creationId xmlns:a16="http://schemas.microsoft.com/office/drawing/2014/main" id="{A452A9C0-C06E-CA98-F5DC-BAD0F94A73CB}"/>
              </a:ext>
            </a:extLst>
          </p:cNvPr>
          <p:cNvSpPr>
            <a:spLocks noGrp="1"/>
          </p:cNvSpPr>
          <p:nvPr>
            <p:ph type="body" sz="quarter" idx="34" hasCustomPrompt="1"/>
          </p:nvPr>
        </p:nvSpPr>
        <p:spPr>
          <a:xfrm>
            <a:off x="609600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12" name="Espace réservé du texte 6">
            <a:extLst>
              <a:ext uri="{FF2B5EF4-FFF2-40B4-BE49-F238E27FC236}">
                <a16:creationId xmlns:a16="http://schemas.microsoft.com/office/drawing/2014/main" id="{57B2E16C-DF8E-2936-EB74-866618907DDB}"/>
              </a:ext>
            </a:extLst>
          </p:cNvPr>
          <p:cNvSpPr>
            <a:spLocks noGrp="1"/>
          </p:cNvSpPr>
          <p:nvPr>
            <p:ph type="body" sz="quarter" idx="35" hasCustomPrompt="1"/>
          </p:nvPr>
        </p:nvSpPr>
        <p:spPr>
          <a:xfrm>
            <a:off x="9132710" y="3151444"/>
            <a:ext cx="2543352" cy="461665"/>
          </a:xfrm>
        </p:spPr>
        <p:txBody>
          <a:bodyPr>
            <a:spAutoFit/>
          </a:bodyPr>
          <a:lstStyle>
            <a:lvl1pPr marL="0" indent="0">
              <a:lnSpc>
                <a:spcPct val="100000"/>
              </a:lnSpc>
              <a:buNone/>
              <a:defRPr sz="2400">
                <a:latin typeface="Premier Tech Title" pitchFamily="2" charset="0"/>
                <a:ea typeface="Premier Tech Title" pitchFamily="2" charset="0"/>
              </a:defRPr>
            </a:lvl1pPr>
          </a:lstStyle>
          <a:p>
            <a:pPr lvl="0"/>
            <a:r>
              <a:rPr lang="fr-CA"/>
              <a:t>Mots-clés</a:t>
            </a:r>
            <a:endParaRPr lang="en-CA"/>
          </a:p>
        </p:txBody>
      </p:sp>
      <p:cxnSp>
        <p:nvCxnSpPr>
          <p:cNvPr id="14" name="Straight Connector 3">
            <a:extLst>
              <a:ext uri="{FF2B5EF4-FFF2-40B4-BE49-F238E27FC236}">
                <a16:creationId xmlns:a16="http://schemas.microsoft.com/office/drawing/2014/main" id="{CD826588-B48D-512B-9392-69EC9D1DFA16}"/>
              </a:ext>
            </a:extLst>
          </p:cNvPr>
          <p:cNvCxnSpPr>
            <a:cxnSpLocks/>
          </p:cNvCxnSpPr>
          <p:nvPr userDrawn="1"/>
        </p:nvCxnSpPr>
        <p:spPr>
          <a:xfrm>
            <a:off x="9132710" y="3629873"/>
            <a:ext cx="2543352"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Espace réservé du texte 6">
            <a:extLst>
              <a:ext uri="{FF2B5EF4-FFF2-40B4-BE49-F238E27FC236}">
                <a16:creationId xmlns:a16="http://schemas.microsoft.com/office/drawing/2014/main" id="{CBB29AF7-F9F1-8A16-6B8C-446C198C0B16}"/>
              </a:ext>
            </a:extLst>
          </p:cNvPr>
          <p:cNvSpPr>
            <a:spLocks noGrp="1"/>
          </p:cNvSpPr>
          <p:nvPr>
            <p:ph type="body" sz="quarter" idx="36" hasCustomPrompt="1"/>
          </p:nvPr>
        </p:nvSpPr>
        <p:spPr>
          <a:xfrm>
            <a:off x="913271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Tree>
    <p:extLst>
      <p:ext uri="{BB962C8B-B14F-4D97-AF65-F5344CB8AC3E}">
        <p14:creationId xmlns:p14="http://schemas.microsoft.com/office/powerpoint/2010/main" val="115866652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4 énoncés &amp; Mots-clé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80AC77-99FE-0315-557B-B4CD768EE048}"/>
              </a:ext>
            </a:extLst>
          </p:cNvPr>
          <p:cNvSpPr>
            <a:spLocks noGrp="1"/>
          </p:cNvSpPr>
          <p:nvPr>
            <p:ph type="title" hasCustomPrompt="1"/>
          </p:nvPr>
        </p:nvSpPr>
        <p:spPr>
          <a:xfrm>
            <a:off x="515938" y="2514988"/>
            <a:ext cx="4852767" cy="769441"/>
          </a:xfrm>
        </p:spPr>
        <p:txBody>
          <a:bodyPr>
            <a:spAutoFit/>
          </a:bodyPr>
          <a:lstStyle>
            <a:lvl1pPr algn="ctr">
              <a:defRPr>
                <a:solidFill>
                  <a:schemeClr val="tx1"/>
                </a:solidFill>
              </a:defRPr>
            </a:lvl1pPr>
          </a:lstStyle>
          <a:p>
            <a:r>
              <a:rPr lang="fr-FR"/>
              <a:t>Titre</a:t>
            </a:r>
            <a:endParaRPr lang="en-CA"/>
          </a:p>
        </p:txBody>
      </p:sp>
      <p:sp>
        <p:nvSpPr>
          <p:cNvPr id="5" name="Espace réservé du texte 6">
            <a:extLst>
              <a:ext uri="{FF2B5EF4-FFF2-40B4-BE49-F238E27FC236}">
                <a16:creationId xmlns:a16="http://schemas.microsoft.com/office/drawing/2014/main" id="{27D86DAC-2E4A-AEEC-38CA-AB1C9F19F139}"/>
              </a:ext>
            </a:extLst>
          </p:cNvPr>
          <p:cNvSpPr>
            <a:spLocks noGrp="1"/>
          </p:cNvSpPr>
          <p:nvPr>
            <p:ph type="body" sz="quarter" idx="12" hasCustomPrompt="1"/>
          </p:nvPr>
        </p:nvSpPr>
        <p:spPr>
          <a:xfrm>
            <a:off x="6096000" y="1272605"/>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3" name="Espace réservé du texte 6">
            <a:extLst>
              <a:ext uri="{FF2B5EF4-FFF2-40B4-BE49-F238E27FC236}">
                <a16:creationId xmlns:a16="http://schemas.microsoft.com/office/drawing/2014/main" id="{1C63A224-3E12-6C9F-7511-4BAF1AC05AFF}"/>
              </a:ext>
            </a:extLst>
          </p:cNvPr>
          <p:cNvSpPr>
            <a:spLocks noGrp="1"/>
          </p:cNvSpPr>
          <p:nvPr>
            <p:ph type="body" sz="quarter" idx="15" hasCustomPrompt="1"/>
          </p:nvPr>
        </p:nvSpPr>
        <p:spPr>
          <a:xfrm>
            <a:off x="609600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7" name="Espace réservé du numéro de diapositive 6">
            <a:extLst>
              <a:ext uri="{FF2B5EF4-FFF2-40B4-BE49-F238E27FC236}">
                <a16:creationId xmlns:a16="http://schemas.microsoft.com/office/drawing/2014/main" id="{B87150ED-4F98-E254-7C9C-9416E71A9AB6}"/>
              </a:ext>
            </a:extLst>
          </p:cNvPr>
          <p:cNvSpPr>
            <a:spLocks noGrp="1"/>
          </p:cNvSpPr>
          <p:nvPr>
            <p:ph type="sldNum" sz="quarter" idx="30"/>
          </p:nvPr>
        </p:nvSpPr>
        <p:spPr/>
        <p:txBody>
          <a:bodyPr/>
          <a:lstStyle/>
          <a:p>
            <a:fld id="{F92A825C-7D5F-481B-AA5B-BCFEF2C47763}" type="slidenum">
              <a:rPr lang="en-CA" smtClean="0"/>
              <a:pPr/>
              <a:t>‹N°›</a:t>
            </a:fld>
            <a:endParaRPr lang="en-CA"/>
          </a:p>
        </p:txBody>
      </p:sp>
      <p:sp>
        <p:nvSpPr>
          <p:cNvPr id="3" name="Espace réservé du texte 6">
            <a:extLst>
              <a:ext uri="{FF2B5EF4-FFF2-40B4-BE49-F238E27FC236}">
                <a16:creationId xmlns:a16="http://schemas.microsoft.com/office/drawing/2014/main" id="{E68E5B56-3BA9-7A3F-AF68-CDBECF253F96}"/>
              </a:ext>
            </a:extLst>
          </p:cNvPr>
          <p:cNvSpPr>
            <a:spLocks noGrp="1"/>
          </p:cNvSpPr>
          <p:nvPr>
            <p:ph type="body" sz="quarter" idx="31" hasCustomPrompt="1"/>
          </p:nvPr>
        </p:nvSpPr>
        <p:spPr>
          <a:xfrm>
            <a:off x="9132710" y="1272605"/>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6" name="Espace réservé du texte 6">
            <a:extLst>
              <a:ext uri="{FF2B5EF4-FFF2-40B4-BE49-F238E27FC236}">
                <a16:creationId xmlns:a16="http://schemas.microsoft.com/office/drawing/2014/main" id="{15701E49-8028-B076-84EE-3E31473C26D8}"/>
              </a:ext>
            </a:extLst>
          </p:cNvPr>
          <p:cNvSpPr>
            <a:spLocks noGrp="1"/>
          </p:cNvSpPr>
          <p:nvPr>
            <p:ph type="body" sz="quarter" idx="32" hasCustomPrompt="1"/>
          </p:nvPr>
        </p:nvSpPr>
        <p:spPr>
          <a:xfrm>
            <a:off x="9132710" y="1796312"/>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8" name="Espace réservé du texte 6">
            <a:extLst>
              <a:ext uri="{FF2B5EF4-FFF2-40B4-BE49-F238E27FC236}">
                <a16:creationId xmlns:a16="http://schemas.microsoft.com/office/drawing/2014/main" id="{BE2DB609-51E9-3F1F-6021-58BDB2269292}"/>
              </a:ext>
            </a:extLst>
          </p:cNvPr>
          <p:cNvSpPr>
            <a:spLocks noGrp="1"/>
          </p:cNvSpPr>
          <p:nvPr>
            <p:ph type="body" sz="quarter" idx="33" hasCustomPrompt="1"/>
          </p:nvPr>
        </p:nvSpPr>
        <p:spPr>
          <a:xfrm>
            <a:off x="6096000" y="3151444"/>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1" name="Espace réservé du texte 6">
            <a:extLst>
              <a:ext uri="{FF2B5EF4-FFF2-40B4-BE49-F238E27FC236}">
                <a16:creationId xmlns:a16="http://schemas.microsoft.com/office/drawing/2014/main" id="{A452A9C0-C06E-CA98-F5DC-BAD0F94A73CB}"/>
              </a:ext>
            </a:extLst>
          </p:cNvPr>
          <p:cNvSpPr>
            <a:spLocks noGrp="1"/>
          </p:cNvSpPr>
          <p:nvPr>
            <p:ph type="body" sz="quarter" idx="34" hasCustomPrompt="1"/>
          </p:nvPr>
        </p:nvSpPr>
        <p:spPr>
          <a:xfrm>
            <a:off x="609600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
        <p:nvSpPr>
          <p:cNvPr id="12" name="Espace réservé du texte 6">
            <a:extLst>
              <a:ext uri="{FF2B5EF4-FFF2-40B4-BE49-F238E27FC236}">
                <a16:creationId xmlns:a16="http://schemas.microsoft.com/office/drawing/2014/main" id="{57B2E16C-DF8E-2936-EB74-866618907DDB}"/>
              </a:ext>
            </a:extLst>
          </p:cNvPr>
          <p:cNvSpPr>
            <a:spLocks noGrp="1"/>
          </p:cNvSpPr>
          <p:nvPr>
            <p:ph type="body" sz="quarter" idx="35" hasCustomPrompt="1"/>
          </p:nvPr>
        </p:nvSpPr>
        <p:spPr>
          <a:xfrm>
            <a:off x="9132710" y="3151444"/>
            <a:ext cx="2543352" cy="461665"/>
          </a:xfrm>
        </p:spPr>
        <p:txBody>
          <a:bodyPr>
            <a:spAutoFit/>
          </a:bodyPr>
          <a:lstStyle>
            <a:lvl1pPr marL="0" indent="0">
              <a:lnSpc>
                <a:spcPct val="100000"/>
              </a:lnSpc>
              <a:buNone/>
              <a:defRPr sz="2400">
                <a:solidFill>
                  <a:schemeClr val="accent1"/>
                </a:solidFill>
                <a:latin typeface="Premier Tech Title" pitchFamily="2" charset="0"/>
                <a:ea typeface="Premier Tech Title" pitchFamily="2" charset="0"/>
              </a:defRPr>
            </a:lvl1pPr>
          </a:lstStyle>
          <a:p>
            <a:pPr lvl="0"/>
            <a:r>
              <a:rPr lang="fr-CA"/>
              <a:t>Mots-clés</a:t>
            </a:r>
            <a:endParaRPr lang="en-CA"/>
          </a:p>
        </p:txBody>
      </p:sp>
      <p:sp>
        <p:nvSpPr>
          <p:cNvPr id="15" name="Espace réservé du texte 6">
            <a:extLst>
              <a:ext uri="{FF2B5EF4-FFF2-40B4-BE49-F238E27FC236}">
                <a16:creationId xmlns:a16="http://schemas.microsoft.com/office/drawing/2014/main" id="{CBB29AF7-F9F1-8A16-6B8C-446C198C0B16}"/>
              </a:ext>
            </a:extLst>
          </p:cNvPr>
          <p:cNvSpPr>
            <a:spLocks noGrp="1"/>
          </p:cNvSpPr>
          <p:nvPr>
            <p:ph type="body" sz="quarter" idx="36" hasCustomPrompt="1"/>
          </p:nvPr>
        </p:nvSpPr>
        <p:spPr>
          <a:xfrm>
            <a:off x="9132710" y="3675151"/>
            <a:ext cx="2543352" cy="861774"/>
          </a:xfrm>
        </p:spPr>
        <p:txBody>
          <a:bodyPr>
            <a:spAutoFit/>
          </a:bodyPr>
          <a:lstStyle>
            <a:lvl1pPr marL="0" indent="0">
              <a:lnSpc>
                <a:spcPct val="100000"/>
              </a:lnSpc>
              <a:buNone/>
              <a:defRPr sz="2000" b="0">
                <a:latin typeface="+mn-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CA"/>
              <a:t>Court énoncé</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endParaRPr lang="fr-CA"/>
          </a:p>
        </p:txBody>
      </p:sp>
    </p:spTree>
    <p:extLst>
      <p:ext uri="{BB962C8B-B14F-4D97-AF65-F5344CB8AC3E}">
        <p14:creationId xmlns:p14="http://schemas.microsoft.com/office/powerpoint/2010/main" val="260879857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 énoncés avec sous-titres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8" y="1300007"/>
            <a:ext cx="5580062"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2906951"/>
            <a:ext cx="5580062"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270028"/>
            <a:ext cx="5580062" cy="523220"/>
          </a:xfrm>
        </p:spPr>
        <p:txBody>
          <a:bodyPr>
            <a:spAutoFit/>
          </a:bodyPr>
          <a:lstStyle>
            <a:lvl1pPr marL="0" indent="0" algn="ctr">
              <a:buNone/>
              <a:defRPr sz="2800" b="0">
                <a:solidFill>
                  <a:schemeClr val="accent1"/>
                </a:solidFill>
                <a:latin typeface="Premier Tech Title" pitchFamily="2" charset="0"/>
                <a:ea typeface="Premier Tech Title" pitchFamily="2" charset="0"/>
              </a:defRPr>
            </a:lvl1pPr>
          </a:lstStyle>
          <a:p>
            <a:pPr lvl="0"/>
            <a:r>
              <a:rPr lang="fr-CA"/>
              <a:t>Sous-titre</a:t>
            </a:r>
            <a:endParaRPr lang="en-CA"/>
          </a:p>
        </p:txBody>
      </p:sp>
      <p:sp>
        <p:nvSpPr>
          <p:cNvPr id="2" name="Espace réservé du numéro de diapositive 1">
            <a:extLst>
              <a:ext uri="{FF2B5EF4-FFF2-40B4-BE49-F238E27FC236}">
                <a16:creationId xmlns:a16="http://schemas.microsoft.com/office/drawing/2014/main" id="{ED976940-8A43-7ADF-8847-39978B3E0659}"/>
              </a:ext>
            </a:extLst>
          </p:cNvPr>
          <p:cNvSpPr>
            <a:spLocks noGrp="1"/>
          </p:cNvSpPr>
          <p:nvPr>
            <p:ph type="sldNum" sz="quarter" idx="17"/>
          </p:nvPr>
        </p:nvSpPr>
        <p:spPr/>
        <p:txBody>
          <a:bodyPr/>
          <a:lstStyle/>
          <a:p>
            <a:fld id="{F92A825C-7D5F-481B-AA5B-BCFEF2C47763}" type="slidenum">
              <a:rPr lang="en-CA" smtClean="0"/>
              <a:pPr/>
              <a:t>‹N°›</a:t>
            </a:fld>
            <a:endParaRPr lang="en-CA"/>
          </a:p>
        </p:txBody>
      </p:sp>
      <p:sp>
        <p:nvSpPr>
          <p:cNvPr id="10" name="Espace réservé du texte 6">
            <a:extLst>
              <a:ext uri="{FF2B5EF4-FFF2-40B4-BE49-F238E27FC236}">
                <a16:creationId xmlns:a16="http://schemas.microsoft.com/office/drawing/2014/main" id="{5A20B918-C129-13FD-303C-1F5552348026}"/>
              </a:ext>
            </a:extLst>
          </p:cNvPr>
          <p:cNvSpPr>
            <a:spLocks noGrp="1"/>
          </p:cNvSpPr>
          <p:nvPr>
            <p:ph type="body" sz="quarter" idx="18" hasCustomPrompt="1"/>
          </p:nvPr>
        </p:nvSpPr>
        <p:spPr>
          <a:xfrm>
            <a:off x="515938" y="4686833"/>
            <a:ext cx="5580062"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1" name="Espace réservé du texte 6">
            <a:extLst>
              <a:ext uri="{FF2B5EF4-FFF2-40B4-BE49-F238E27FC236}">
                <a16:creationId xmlns:a16="http://schemas.microsoft.com/office/drawing/2014/main" id="{7EA7A32D-3AA4-A3FF-45EE-8E87058DD0FC}"/>
              </a:ext>
            </a:extLst>
          </p:cNvPr>
          <p:cNvSpPr>
            <a:spLocks noGrp="1"/>
          </p:cNvSpPr>
          <p:nvPr>
            <p:ph type="body" sz="quarter" idx="19" hasCustomPrompt="1"/>
          </p:nvPr>
        </p:nvSpPr>
        <p:spPr>
          <a:xfrm>
            <a:off x="515938" y="4049910"/>
            <a:ext cx="5580062" cy="523220"/>
          </a:xfrm>
        </p:spPr>
        <p:txBody>
          <a:bodyPr>
            <a:spAutoFit/>
          </a:bodyPr>
          <a:lstStyle>
            <a:lvl1pPr marL="0" indent="0" algn="ctr">
              <a:buNone/>
              <a:defRPr sz="2800" b="0">
                <a:solidFill>
                  <a:schemeClr val="accent1"/>
                </a:solidFill>
                <a:latin typeface="Premier Tech Title" pitchFamily="2" charset="0"/>
                <a:ea typeface="Premier Tech Title" pitchFamily="2" charset="0"/>
              </a:defRPr>
            </a:lvl1pPr>
          </a:lstStyle>
          <a:p>
            <a:pPr lvl="0"/>
            <a:r>
              <a:rPr lang="fr-CA"/>
              <a:t>Sous-titre</a:t>
            </a:r>
            <a:endParaRPr lang="en-CA"/>
          </a:p>
        </p:txBody>
      </p:sp>
    </p:spTree>
    <p:extLst>
      <p:ext uri="{BB962C8B-B14F-4D97-AF65-F5344CB8AC3E}">
        <p14:creationId xmlns:p14="http://schemas.microsoft.com/office/powerpoint/2010/main" val="216005504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Énoncé avec titre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2748468"/>
            <a:ext cx="5580061"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9" y="3733908"/>
            <a:ext cx="5580061"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2228525"/>
            <a:ext cx="5580061" cy="369332"/>
          </a:xfrm>
        </p:spPr>
        <p:txBody>
          <a:bodyPr wrap="square">
            <a:spAutoFit/>
          </a:bodyPr>
          <a:lstStyle>
            <a:lvl1pPr marL="0" indent="0" algn="ctr">
              <a:buNone/>
              <a:defRPr sz="1800">
                <a:solidFill>
                  <a:schemeClr val="accent2"/>
                </a:solidFill>
                <a:latin typeface="Premier Tech Title" pitchFamily="2" charset="0"/>
                <a:ea typeface="Premier Tech Title" pitchFamily="2" charset="0"/>
              </a:defRPr>
            </a:lvl1pPr>
          </a:lstStyle>
          <a:p>
            <a:pPr lvl="0"/>
            <a:r>
              <a:rPr lang="fr-FR"/>
              <a:t>Titre de section</a:t>
            </a:r>
          </a:p>
        </p:txBody>
      </p:sp>
      <p:sp>
        <p:nvSpPr>
          <p:cNvPr id="2" name="Espace réservé du numéro de diapositive 1">
            <a:extLst>
              <a:ext uri="{FF2B5EF4-FFF2-40B4-BE49-F238E27FC236}">
                <a16:creationId xmlns:a16="http://schemas.microsoft.com/office/drawing/2014/main" id="{BB7FBF0A-8640-81E1-4BDB-1BAF10B647FE}"/>
              </a:ext>
            </a:extLst>
          </p:cNvPr>
          <p:cNvSpPr>
            <a:spLocks noGrp="1"/>
          </p:cNvSpPr>
          <p:nvPr>
            <p:ph type="sldNum" sz="quarter" idx="15"/>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63408540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iste avec titre et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026D5F2-ECD2-46D0-9B88-CF59141B9605}"/>
              </a:ext>
            </a:extLst>
          </p:cNvPr>
          <p:cNvSpPr>
            <a:spLocks noGrp="1"/>
          </p:cNvSpPr>
          <p:nvPr>
            <p:ph type="pic" sz="quarter" idx="12" hasCustomPrompt="1"/>
          </p:nvPr>
        </p:nvSpPr>
        <p:spPr>
          <a:xfrm>
            <a:off x="6592324" y="620713"/>
            <a:ext cx="5407588" cy="5580062"/>
          </a:xfrm>
        </p:spPr>
        <p:txBody>
          <a:bodyPr>
            <a:noAutofit/>
          </a:bodyPr>
          <a:lstStyle>
            <a:lvl1pPr marL="0" indent="0">
              <a:buFont typeface="Arial" panose="020B0604020202020204" pitchFamily="34" charset="0"/>
              <a:buNone/>
              <a:defRPr/>
            </a:lvl1pPr>
          </a:lstStyle>
          <a:p>
            <a:r>
              <a:rPr lang="en-CA" err="1"/>
              <a:t>Insérer</a:t>
            </a:r>
            <a:r>
              <a:rPr lang="en-CA"/>
              <a:t> </a:t>
            </a:r>
            <a:r>
              <a:rPr lang="en-CA" err="1"/>
              <a:t>une</a:t>
            </a:r>
            <a:r>
              <a:rPr lang="en-CA"/>
              <a:t> image dans </a:t>
            </a:r>
            <a:r>
              <a:rPr lang="en-CA" err="1"/>
              <a:t>ce</a:t>
            </a:r>
            <a:r>
              <a:rPr lang="en-CA"/>
              <a:t> bloc</a:t>
            </a:r>
          </a:p>
        </p:txBody>
      </p:sp>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2516276"/>
            <a:ext cx="5580061" cy="769441"/>
          </a:xfrm>
        </p:spPr>
        <p:txBody>
          <a:bodyPr wrap="square">
            <a:spAutoFit/>
          </a:bodyPr>
          <a:lstStyle>
            <a:lvl1pPr algn="l">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9" y="3501716"/>
            <a:ext cx="5580061" cy="1323439"/>
          </a:xfrm>
        </p:spPr>
        <p:txBody>
          <a:bodyPr wrap="square">
            <a:spAutoFit/>
          </a:bodyPr>
          <a:lstStyle>
            <a:lvl1pPr marL="342900" indent="-166688" algn="l">
              <a:buFont typeface="Arial" panose="020B0604020202020204" pitchFamily="34" charset="0"/>
              <a:buChar char="•"/>
              <a:defRPr sz="2000"/>
            </a:lvl1pPr>
          </a:lstStyle>
          <a:p>
            <a:pPr lvl="0"/>
            <a:r>
              <a:rPr lang="fr-FR"/>
              <a:t>Point 1</a:t>
            </a:r>
          </a:p>
          <a:p>
            <a:pPr lvl="0"/>
            <a:r>
              <a:rPr lang="fr-FR"/>
              <a:t>Point 2</a:t>
            </a:r>
          </a:p>
          <a:p>
            <a:pPr lvl="0"/>
            <a:r>
              <a:rPr lang="fr-FR"/>
              <a:t>Point 3</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996333"/>
            <a:ext cx="5580061" cy="369332"/>
          </a:xfrm>
        </p:spPr>
        <p:txBody>
          <a:bodyPr wrap="square">
            <a:spAutoFit/>
          </a:bodyPr>
          <a:lstStyle>
            <a:lvl1pPr marL="0" indent="0" algn="l">
              <a:buNone/>
              <a:defRPr sz="1800">
                <a:solidFill>
                  <a:schemeClr val="accent2"/>
                </a:solidFill>
                <a:latin typeface="Premier Tech Title" pitchFamily="2" charset="0"/>
                <a:ea typeface="Premier Tech Title" pitchFamily="2" charset="0"/>
              </a:defRPr>
            </a:lvl1pPr>
          </a:lstStyle>
          <a:p>
            <a:pPr lvl="0"/>
            <a:r>
              <a:rPr lang="fr-FR"/>
              <a:t>Titre de section</a:t>
            </a:r>
          </a:p>
        </p:txBody>
      </p:sp>
      <p:sp>
        <p:nvSpPr>
          <p:cNvPr id="2" name="Espace réservé du numéro de diapositive 1">
            <a:extLst>
              <a:ext uri="{FF2B5EF4-FFF2-40B4-BE49-F238E27FC236}">
                <a16:creationId xmlns:a16="http://schemas.microsoft.com/office/drawing/2014/main" id="{E260B07B-F4C8-64D1-018F-D9C45A9B48A7}"/>
              </a:ext>
            </a:extLst>
          </p:cNvPr>
          <p:cNvSpPr>
            <a:spLocks noGrp="1"/>
          </p:cNvSpPr>
          <p:nvPr>
            <p:ph type="sldNum" sz="quarter" idx="15"/>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78816880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 énoncés avec sous-titres et ligne gris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594687"/>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4" name="Espace réservé du texte 6">
            <a:extLst>
              <a:ext uri="{FF2B5EF4-FFF2-40B4-BE49-F238E27FC236}">
                <a16:creationId xmlns:a16="http://schemas.microsoft.com/office/drawing/2014/main" id="{D9100D9D-2EC0-01B6-0F18-F5180DC1E318}"/>
              </a:ext>
            </a:extLst>
          </p:cNvPr>
          <p:cNvSpPr>
            <a:spLocks noGrp="1"/>
          </p:cNvSpPr>
          <p:nvPr>
            <p:ph type="body" sz="quarter" idx="17" hasCustomPrompt="1"/>
          </p:nvPr>
        </p:nvSpPr>
        <p:spPr>
          <a:xfrm>
            <a:off x="6274392"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cxnSp>
        <p:nvCxnSpPr>
          <p:cNvPr id="9" name="Straight Connector 3">
            <a:extLst>
              <a:ext uri="{FF2B5EF4-FFF2-40B4-BE49-F238E27FC236}">
                <a16:creationId xmlns:a16="http://schemas.microsoft.com/office/drawing/2014/main" id="{4A3E038C-C873-2F7E-B8E3-131ACD7B70E2}"/>
              </a:ext>
            </a:extLst>
          </p:cNvPr>
          <p:cNvCxnSpPr>
            <a:cxnSpLocks/>
          </p:cNvCxnSpPr>
          <p:nvPr userDrawn="1"/>
        </p:nvCxnSpPr>
        <p:spPr>
          <a:xfrm>
            <a:off x="6096000" y="2694990"/>
            <a:ext cx="0" cy="1507371"/>
          </a:xfrm>
          <a:prstGeom prst="line">
            <a:avLst/>
          </a:prstGeom>
          <a:ln w="15875">
            <a:solidFill>
              <a:schemeClr val="accent6">
                <a:alpha val="80000"/>
              </a:schemeClr>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6">
            <a:extLst>
              <a:ext uri="{FF2B5EF4-FFF2-40B4-BE49-F238E27FC236}">
                <a16:creationId xmlns:a16="http://schemas.microsoft.com/office/drawing/2014/main" id="{E0DB116F-6D03-68DE-A8AA-DC7D6B941CF1}"/>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45045034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 énoncés avec sous-titres et ligne ble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594687"/>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8"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8"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4" name="Espace réservé du texte 6">
            <a:extLst>
              <a:ext uri="{FF2B5EF4-FFF2-40B4-BE49-F238E27FC236}">
                <a16:creationId xmlns:a16="http://schemas.microsoft.com/office/drawing/2014/main" id="{D9100D9D-2EC0-01B6-0F18-F5180DC1E318}"/>
              </a:ext>
            </a:extLst>
          </p:cNvPr>
          <p:cNvSpPr>
            <a:spLocks noGrp="1"/>
          </p:cNvSpPr>
          <p:nvPr>
            <p:ph type="body" sz="quarter" idx="17" hasCustomPrompt="1"/>
          </p:nvPr>
        </p:nvSpPr>
        <p:spPr>
          <a:xfrm>
            <a:off x="6274392" y="3340587"/>
            <a:ext cx="5400000" cy="861774"/>
          </a:xfrm>
        </p:spPr>
        <p:txBody>
          <a:bodyPr>
            <a:spAutoFit/>
          </a:bodyPr>
          <a:lstStyle>
            <a:lvl1pPr marL="0" indent="0" algn="ctr">
              <a:buNone/>
              <a:defRPr sz="2000">
                <a:solidFill>
                  <a:schemeClr val="tx1"/>
                </a:solidFill>
                <a:latin typeface="+mn-lt"/>
                <a:ea typeface="Premier Tech Text Book" pitchFamily="50" charset="0"/>
              </a:defRPr>
            </a:lvl1pPr>
          </a:lstStyle>
          <a:p>
            <a:pPr lvl="0"/>
            <a:r>
              <a:rPr lang="fr-CA"/>
              <a:t>Court énoncé</a:t>
            </a:r>
          </a:p>
          <a:p>
            <a:pPr lvl="0"/>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694990"/>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cxnSp>
        <p:nvCxnSpPr>
          <p:cNvPr id="9" name="Straight Connector 3">
            <a:extLst>
              <a:ext uri="{FF2B5EF4-FFF2-40B4-BE49-F238E27FC236}">
                <a16:creationId xmlns:a16="http://schemas.microsoft.com/office/drawing/2014/main" id="{4A3E038C-C873-2F7E-B8E3-131ACD7B70E2}"/>
              </a:ext>
            </a:extLst>
          </p:cNvPr>
          <p:cNvCxnSpPr>
            <a:cxnSpLocks/>
          </p:cNvCxnSpPr>
          <p:nvPr userDrawn="1"/>
        </p:nvCxnSpPr>
        <p:spPr>
          <a:xfrm>
            <a:off x="6096000" y="2694990"/>
            <a:ext cx="0" cy="1507371"/>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space réservé du numéro de diapositive 6">
            <a:extLst>
              <a:ext uri="{FF2B5EF4-FFF2-40B4-BE49-F238E27FC236}">
                <a16:creationId xmlns:a16="http://schemas.microsoft.com/office/drawing/2014/main" id="{E0DB116F-6D03-68DE-A8AA-DC7D6B941CF1}"/>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40293424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2 énoncés avec titre et ligne gris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1677312"/>
            <a:ext cx="11160124"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8"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157369"/>
            <a:ext cx="11160124" cy="369332"/>
          </a:xfrm>
        </p:spPr>
        <p:txBody>
          <a:bodyPr wrap="square">
            <a:spAutoFit/>
          </a:bodyPr>
          <a:lstStyle>
            <a:lvl1pPr marL="0" indent="0" algn="ctr">
              <a:buNone/>
              <a:defRPr sz="1800">
                <a:solidFill>
                  <a:schemeClr val="accent2"/>
                </a:solidFill>
                <a:latin typeface="Premier Tech Title" pitchFamily="2" charset="0"/>
                <a:ea typeface="Premier Tech Title" pitchFamily="2" charset="0"/>
              </a:defRPr>
            </a:lvl1pPr>
          </a:lstStyle>
          <a:p>
            <a:pPr lvl="0"/>
            <a:r>
              <a:rPr lang="fr-FR"/>
              <a:t>Titre de section</a:t>
            </a:r>
          </a:p>
        </p:txBody>
      </p:sp>
      <p:sp>
        <p:nvSpPr>
          <p:cNvPr id="2" name="Espace réservé du texte 3">
            <a:extLst>
              <a:ext uri="{FF2B5EF4-FFF2-40B4-BE49-F238E27FC236}">
                <a16:creationId xmlns:a16="http://schemas.microsoft.com/office/drawing/2014/main" id="{86FB589B-7056-AA12-2DB1-F80F244BF9D7}"/>
              </a:ext>
            </a:extLst>
          </p:cNvPr>
          <p:cNvSpPr>
            <a:spLocks noGrp="1"/>
          </p:cNvSpPr>
          <p:nvPr>
            <p:ph type="body" sz="quarter" idx="15" hasCustomPrompt="1"/>
          </p:nvPr>
        </p:nvSpPr>
        <p:spPr>
          <a:xfrm>
            <a:off x="6275732"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cxnSp>
        <p:nvCxnSpPr>
          <p:cNvPr id="4" name="Straight Connector 3">
            <a:extLst>
              <a:ext uri="{FF2B5EF4-FFF2-40B4-BE49-F238E27FC236}">
                <a16:creationId xmlns:a16="http://schemas.microsoft.com/office/drawing/2014/main" id="{5046871D-6A76-E6A0-CC12-19D0B5A5ED79}"/>
              </a:ext>
            </a:extLst>
          </p:cNvPr>
          <p:cNvCxnSpPr>
            <a:cxnSpLocks/>
          </p:cNvCxnSpPr>
          <p:nvPr userDrawn="1"/>
        </p:nvCxnSpPr>
        <p:spPr>
          <a:xfrm>
            <a:off x="6096000" y="2789353"/>
            <a:ext cx="0" cy="861774"/>
          </a:xfrm>
          <a:prstGeom prst="line">
            <a:avLst/>
          </a:prstGeom>
          <a:ln w="15875">
            <a:solidFill>
              <a:schemeClr val="accent6">
                <a:alpha val="80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numéro de diapositive 8">
            <a:extLst>
              <a:ext uri="{FF2B5EF4-FFF2-40B4-BE49-F238E27FC236}">
                <a16:creationId xmlns:a16="http://schemas.microsoft.com/office/drawing/2014/main" id="{A5FB66F5-9004-812B-0D2E-699991BA0869}"/>
              </a:ext>
            </a:extLst>
          </p:cNvPr>
          <p:cNvSpPr>
            <a:spLocks noGrp="1"/>
          </p:cNvSpPr>
          <p:nvPr>
            <p:ph type="sldNum" sz="quarter" idx="16"/>
          </p:nvPr>
        </p:nvSpPr>
        <p:spPr>
          <a:xfrm>
            <a:off x="11762571" y="6549623"/>
            <a:ext cx="237341" cy="180425"/>
          </a:xfrm>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39256699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énoncés avec titre et ligne bleue">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EBE50997-2AE4-C00F-D49E-560677885B30}"/>
              </a:ext>
            </a:extLst>
          </p:cNvPr>
          <p:cNvSpPr>
            <a:spLocks noGrp="1"/>
          </p:cNvSpPr>
          <p:nvPr>
            <p:ph type="title" hasCustomPrompt="1"/>
          </p:nvPr>
        </p:nvSpPr>
        <p:spPr>
          <a:xfrm>
            <a:off x="515939" y="1677312"/>
            <a:ext cx="11160124" cy="769441"/>
          </a:xfrm>
        </p:spPr>
        <p:txBody>
          <a:bodyPr wrap="square">
            <a:spAutoFit/>
          </a:bodyPr>
          <a:lstStyle>
            <a:lvl1pPr algn="ctr">
              <a:defRPr/>
            </a:lvl1pPr>
          </a:lstStyle>
          <a:p>
            <a:r>
              <a:rPr lang="fr-FR"/>
              <a:t>Titre</a:t>
            </a:r>
            <a:endParaRPr lang="en-CA"/>
          </a:p>
        </p:txBody>
      </p:sp>
      <p:sp>
        <p:nvSpPr>
          <p:cNvPr id="5" name="Espace réservé du texte 3">
            <a:extLst>
              <a:ext uri="{FF2B5EF4-FFF2-40B4-BE49-F238E27FC236}">
                <a16:creationId xmlns:a16="http://schemas.microsoft.com/office/drawing/2014/main" id="{6D95AFC6-33F0-128C-8ED2-C94E74F7B284}"/>
              </a:ext>
            </a:extLst>
          </p:cNvPr>
          <p:cNvSpPr>
            <a:spLocks noGrp="1"/>
          </p:cNvSpPr>
          <p:nvPr>
            <p:ph type="body" sz="quarter" idx="10" hasCustomPrompt="1"/>
          </p:nvPr>
        </p:nvSpPr>
        <p:spPr>
          <a:xfrm>
            <a:off x="515938"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sp>
        <p:nvSpPr>
          <p:cNvPr id="8" name="Espace réservé du texte 8">
            <a:extLst>
              <a:ext uri="{FF2B5EF4-FFF2-40B4-BE49-F238E27FC236}">
                <a16:creationId xmlns:a16="http://schemas.microsoft.com/office/drawing/2014/main" id="{C6A4E326-E49F-C61F-41BB-E89C0FD640B6}"/>
              </a:ext>
            </a:extLst>
          </p:cNvPr>
          <p:cNvSpPr>
            <a:spLocks noGrp="1"/>
          </p:cNvSpPr>
          <p:nvPr>
            <p:ph type="body" sz="quarter" idx="14" hasCustomPrompt="1"/>
          </p:nvPr>
        </p:nvSpPr>
        <p:spPr>
          <a:xfrm>
            <a:off x="515608" y="1157369"/>
            <a:ext cx="11160124" cy="369332"/>
          </a:xfrm>
        </p:spPr>
        <p:txBody>
          <a:bodyPr wrap="square">
            <a:spAutoFit/>
          </a:bodyPr>
          <a:lstStyle>
            <a:lvl1pPr marL="0" indent="0" algn="ctr">
              <a:buNone/>
              <a:defRPr sz="1800">
                <a:solidFill>
                  <a:schemeClr val="accent6"/>
                </a:solidFill>
                <a:latin typeface="Premier Tech Title" pitchFamily="2" charset="0"/>
                <a:ea typeface="Premier Tech Title" pitchFamily="2" charset="0"/>
              </a:defRPr>
            </a:lvl1pPr>
          </a:lstStyle>
          <a:p>
            <a:pPr lvl="0"/>
            <a:r>
              <a:rPr lang="fr-FR"/>
              <a:t>Titre de section</a:t>
            </a:r>
          </a:p>
        </p:txBody>
      </p:sp>
      <p:sp>
        <p:nvSpPr>
          <p:cNvPr id="2" name="Espace réservé du texte 3">
            <a:extLst>
              <a:ext uri="{FF2B5EF4-FFF2-40B4-BE49-F238E27FC236}">
                <a16:creationId xmlns:a16="http://schemas.microsoft.com/office/drawing/2014/main" id="{86FB589B-7056-AA12-2DB1-F80F244BF9D7}"/>
              </a:ext>
            </a:extLst>
          </p:cNvPr>
          <p:cNvSpPr>
            <a:spLocks noGrp="1"/>
          </p:cNvSpPr>
          <p:nvPr>
            <p:ph type="body" sz="quarter" idx="15" hasCustomPrompt="1"/>
          </p:nvPr>
        </p:nvSpPr>
        <p:spPr>
          <a:xfrm>
            <a:off x="6275732" y="2789353"/>
            <a:ext cx="5400000" cy="861774"/>
          </a:xfrm>
        </p:spPr>
        <p:txBody>
          <a:bodyPr wrap="square">
            <a:spAutoFit/>
          </a:bodyPr>
          <a:lstStyle>
            <a:lvl1pPr marL="0" indent="0" algn="ctr">
              <a:buNone/>
              <a:defRPr sz="2000"/>
            </a:lvl1pPr>
          </a:lstStyle>
          <a:p>
            <a:pPr lvl="0"/>
            <a:r>
              <a:rPr lang="fr-FR"/>
              <a:t>Court énoncé</a:t>
            </a:r>
          </a:p>
          <a:p>
            <a:pPr lvl="0"/>
            <a:r>
              <a:rPr lang="fr-FR"/>
              <a:t> </a:t>
            </a:r>
            <a:endParaRPr lang="en-CA"/>
          </a:p>
        </p:txBody>
      </p:sp>
      <p:cxnSp>
        <p:nvCxnSpPr>
          <p:cNvPr id="4" name="Straight Connector 3">
            <a:extLst>
              <a:ext uri="{FF2B5EF4-FFF2-40B4-BE49-F238E27FC236}">
                <a16:creationId xmlns:a16="http://schemas.microsoft.com/office/drawing/2014/main" id="{5046871D-6A76-E6A0-CC12-19D0B5A5ED79}"/>
              </a:ext>
            </a:extLst>
          </p:cNvPr>
          <p:cNvCxnSpPr>
            <a:cxnSpLocks/>
          </p:cNvCxnSpPr>
          <p:nvPr userDrawn="1"/>
        </p:nvCxnSpPr>
        <p:spPr>
          <a:xfrm>
            <a:off x="6096000" y="2789353"/>
            <a:ext cx="0" cy="86177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Espace réservé du numéro de diapositive 8">
            <a:extLst>
              <a:ext uri="{FF2B5EF4-FFF2-40B4-BE49-F238E27FC236}">
                <a16:creationId xmlns:a16="http://schemas.microsoft.com/office/drawing/2014/main" id="{A5FB66F5-9004-812B-0D2E-699991BA0869}"/>
              </a:ext>
            </a:extLst>
          </p:cNvPr>
          <p:cNvSpPr>
            <a:spLocks noGrp="1"/>
          </p:cNvSpPr>
          <p:nvPr>
            <p:ph type="sldNum" sz="quarter" idx="16"/>
          </p:nvPr>
        </p:nvSpPr>
        <p:spPr>
          <a:xfrm>
            <a:off x="11762571" y="6549623"/>
            <a:ext cx="237341" cy="180425"/>
          </a:xfrm>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25087477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 listes avec sous-titres et ligne gris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240901"/>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7" y="3010610"/>
            <a:ext cx="5400000" cy="1323439"/>
          </a:xfrm>
        </p:spPr>
        <p:txBody>
          <a:bodyPr>
            <a:spAutoFit/>
          </a:bodyPr>
          <a:lstStyle>
            <a:lvl1pPr marL="180975" indent="0" algn="ctr">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7"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2" name="Espace réservé du texte 6">
            <a:extLst>
              <a:ext uri="{FF2B5EF4-FFF2-40B4-BE49-F238E27FC236}">
                <a16:creationId xmlns:a16="http://schemas.microsoft.com/office/drawing/2014/main" id="{6D9D417E-C6B6-0118-5553-2A229DCAE610}"/>
              </a:ext>
            </a:extLst>
          </p:cNvPr>
          <p:cNvSpPr>
            <a:spLocks noGrp="1"/>
          </p:cNvSpPr>
          <p:nvPr>
            <p:ph type="body" sz="quarter" idx="19" hasCustomPrompt="1"/>
          </p:nvPr>
        </p:nvSpPr>
        <p:spPr>
          <a:xfrm>
            <a:off x="6271043" y="3010610"/>
            <a:ext cx="5400000" cy="1323439"/>
          </a:xfrm>
        </p:spPr>
        <p:txBody>
          <a:bodyPr>
            <a:spAutoFit/>
          </a:bodyPr>
          <a:lstStyle>
            <a:lvl1pPr marL="180975" indent="0" algn="ctr">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cxnSp>
        <p:nvCxnSpPr>
          <p:cNvPr id="4" name="Straight Connector 3">
            <a:extLst>
              <a:ext uri="{FF2B5EF4-FFF2-40B4-BE49-F238E27FC236}">
                <a16:creationId xmlns:a16="http://schemas.microsoft.com/office/drawing/2014/main" id="{F327A580-DC0A-113D-A74F-FF600F739314}"/>
              </a:ext>
            </a:extLst>
          </p:cNvPr>
          <p:cNvCxnSpPr>
            <a:cxnSpLocks/>
          </p:cNvCxnSpPr>
          <p:nvPr userDrawn="1"/>
        </p:nvCxnSpPr>
        <p:spPr>
          <a:xfrm>
            <a:off x="6096000" y="2343765"/>
            <a:ext cx="0" cy="1990284"/>
          </a:xfrm>
          <a:prstGeom prst="line">
            <a:avLst/>
          </a:prstGeom>
          <a:ln w="15875">
            <a:solidFill>
              <a:schemeClr val="accent6">
                <a:alpha val="80000"/>
              </a:schemeClr>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7">
            <a:extLst>
              <a:ext uri="{FF2B5EF4-FFF2-40B4-BE49-F238E27FC236}">
                <a16:creationId xmlns:a16="http://schemas.microsoft.com/office/drawing/2014/main" id="{D88BC96A-EBC4-ECEB-6909-4E0283589598}"/>
              </a:ext>
            </a:extLst>
          </p:cNvPr>
          <p:cNvSpPr>
            <a:spLocks noGrp="1"/>
          </p:cNvSpPr>
          <p:nvPr>
            <p:ph type="sldNum" sz="quarter" idx="2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309840333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 listes avec sous-titres et ligne ble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B00BD53D-7782-DCD5-B86D-5FEA0B2DF72C}"/>
              </a:ext>
            </a:extLst>
          </p:cNvPr>
          <p:cNvSpPr>
            <a:spLocks noGrp="1"/>
          </p:cNvSpPr>
          <p:nvPr>
            <p:ph type="title" hasCustomPrompt="1"/>
          </p:nvPr>
        </p:nvSpPr>
        <p:spPr>
          <a:xfrm>
            <a:off x="515939" y="1240901"/>
            <a:ext cx="11160124" cy="769441"/>
          </a:xfrm>
        </p:spPr>
        <p:txBody>
          <a:bodyPr>
            <a:spAutoFit/>
          </a:bodyPr>
          <a:lstStyle>
            <a:lvl1pPr algn="ctr">
              <a:defRPr>
                <a:solidFill>
                  <a:schemeClr val="tx1"/>
                </a:solidFill>
              </a:defRPr>
            </a:lvl1pPr>
          </a:lstStyle>
          <a:p>
            <a:r>
              <a:rPr lang="fr-FR"/>
              <a:t>Titre</a:t>
            </a:r>
            <a:endParaRPr lang="en-CA"/>
          </a:p>
        </p:txBody>
      </p:sp>
      <p:sp>
        <p:nvSpPr>
          <p:cNvPr id="6" name="Espace réservé du texte 6">
            <a:extLst>
              <a:ext uri="{FF2B5EF4-FFF2-40B4-BE49-F238E27FC236}">
                <a16:creationId xmlns:a16="http://schemas.microsoft.com/office/drawing/2014/main" id="{E71464CE-6626-7527-B607-052FFDCF6CA0}"/>
              </a:ext>
            </a:extLst>
          </p:cNvPr>
          <p:cNvSpPr>
            <a:spLocks noGrp="1"/>
          </p:cNvSpPr>
          <p:nvPr>
            <p:ph type="body" sz="quarter" idx="10" hasCustomPrompt="1"/>
          </p:nvPr>
        </p:nvSpPr>
        <p:spPr>
          <a:xfrm>
            <a:off x="515937" y="3010610"/>
            <a:ext cx="5400000" cy="1323439"/>
          </a:xfrm>
        </p:spPr>
        <p:txBody>
          <a:bodyPr>
            <a:spAutoFit/>
          </a:bodyPr>
          <a:lstStyle>
            <a:lvl1pPr marL="180975" indent="0" algn="ctr">
              <a:spcBef>
                <a:spcPts val="600"/>
              </a:spcBef>
              <a:spcAft>
                <a:spcPts val="600"/>
              </a:spcAft>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sp>
        <p:nvSpPr>
          <p:cNvPr id="12" name="Espace réservé du texte 6">
            <a:extLst>
              <a:ext uri="{FF2B5EF4-FFF2-40B4-BE49-F238E27FC236}">
                <a16:creationId xmlns:a16="http://schemas.microsoft.com/office/drawing/2014/main" id="{D3AA37C5-5A05-920A-D09D-75314F780F23}"/>
              </a:ext>
            </a:extLst>
          </p:cNvPr>
          <p:cNvSpPr>
            <a:spLocks noGrp="1"/>
          </p:cNvSpPr>
          <p:nvPr>
            <p:ph type="body" sz="quarter" idx="14" hasCustomPrompt="1"/>
          </p:nvPr>
        </p:nvSpPr>
        <p:spPr>
          <a:xfrm>
            <a:off x="515937"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5" name="Espace réservé du texte 6">
            <a:extLst>
              <a:ext uri="{FF2B5EF4-FFF2-40B4-BE49-F238E27FC236}">
                <a16:creationId xmlns:a16="http://schemas.microsoft.com/office/drawing/2014/main" id="{E103AE14-B6CA-7BCB-23E8-B0954DA2FBAE}"/>
              </a:ext>
            </a:extLst>
          </p:cNvPr>
          <p:cNvSpPr>
            <a:spLocks noGrp="1"/>
          </p:cNvSpPr>
          <p:nvPr>
            <p:ph type="body" sz="quarter" idx="18" hasCustomPrompt="1"/>
          </p:nvPr>
        </p:nvSpPr>
        <p:spPr>
          <a:xfrm>
            <a:off x="6274392" y="2343765"/>
            <a:ext cx="5400000" cy="523220"/>
          </a:xfrm>
        </p:spPr>
        <p:txBody>
          <a:bodyPr>
            <a:spAutoFit/>
          </a:bodyPr>
          <a:lstStyle>
            <a:lvl1pPr marL="0" indent="0" algn="ctr">
              <a:buNone/>
              <a:defRPr sz="2800" b="0">
                <a:solidFill>
                  <a:schemeClr val="tx1"/>
                </a:solidFill>
                <a:latin typeface="Premier Tech Title" pitchFamily="2" charset="0"/>
                <a:ea typeface="Premier Tech Title" pitchFamily="2" charset="0"/>
              </a:defRPr>
            </a:lvl1pPr>
          </a:lstStyle>
          <a:p>
            <a:pPr lvl="0"/>
            <a:r>
              <a:rPr lang="fr-CA"/>
              <a:t>Sous-titre</a:t>
            </a:r>
            <a:endParaRPr lang="en-CA"/>
          </a:p>
        </p:txBody>
      </p:sp>
      <p:sp>
        <p:nvSpPr>
          <p:cNvPr id="2" name="Espace réservé du texte 6">
            <a:extLst>
              <a:ext uri="{FF2B5EF4-FFF2-40B4-BE49-F238E27FC236}">
                <a16:creationId xmlns:a16="http://schemas.microsoft.com/office/drawing/2014/main" id="{6D9D417E-C6B6-0118-5553-2A229DCAE610}"/>
              </a:ext>
            </a:extLst>
          </p:cNvPr>
          <p:cNvSpPr>
            <a:spLocks noGrp="1"/>
          </p:cNvSpPr>
          <p:nvPr>
            <p:ph type="body" sz="quarter" idx="19" hasCustomPrompt="1"/>
          </p:nvPr>
        </p:nvSpPr>
        <p:spPr>
          <a:xfrm>
            <a:off x="6271043" y="3010610"/>
            <a:ext cx="5400000" cy="1323439"/>
          </a:xfrm>
        </p:spPr>
        <p:txBody>
          <a:bodyPr>
            <a:spAutoFit/>
          </a:bodyPr>
          <a:lstStyle>
            <a:lvl1pPr marL="180975" indent="0" algn="ctr">
              <a:spcBef>
                <a:spcPts val="600"/>
              </a:spcBef>
              <a:spcAft>
                <a:spcPts val="600"/>
              </a:spcAft>
              <a:buFont typeface="Arial" panose="020B0604020202020204" pitchFamily="34" charset="0"/>
              <a:buNone/>
              <a:defRPr sz="2000">
                <a:solidFill>
                  <a:schemeClr val="tx1"/>
                </a:solidFill>
                <a:latin typeface="+mn-lt"/>
                <a:ea typeface="Premier Tech Text Book" pitchFamily="50" charset="0"/>
              </a:defRPr>
            </a:lvl1pPr>
          </a:lstStyle>
          <a:p>
            <a:pPr lvl="0"/>
            <a:r>
              <a:rPr lang="fr-FR"/>
              <a:t>Point 1</a:t>
            </a:r>
          </a:p>
          <a:p>
            <a:pPr lvl="0"/>
            <a:r>
              <a:rPr lang="fr-FR"/>
              <a:t>Point 2</a:t>
            </a:r>
          </a:p>
          <a:p>
            <a:pPr lvl="0"/>
            <a:r>
              <a:rPr lang="fr-FR"/>
              <a:t>Point 3</a:t>
            </a:r>
            <a:endParaRPr lang="en-CA"/>
          </a:p>
        </p:txBody>
      </p:sp>
      <p:cxnSp>
        <p:nvCxnSpPr>
          <p:cNvPr id="4" name="Straight Connector 3">
            <a:extLst>
              <a:ext uri="{FF2B5EF4-FFF2-40B4-BE49-F238E27FC236}">
                <a16:creationId xmlns:a16="http://schemas.microsoft.com/office/drawing/2014/main" id="{F327A580-DC0A-113D-A74F-FF600F739314}"/>
              </a:ext>
            </a:extLst>
          </p:cNvPr>
          <p:cNvCxnSpPr>
            <a:cxnSpLocks/>
          </p:cNvCxnSpPr>
          <p:nvPr userDrawn="1"/>
        </p:nvCxnSpPr>
        <p:spPr>
          <a:xfrm>
            <a:off x="6096000" y="2343765"/>
            <a:ext cx="0" cy="1990284"/>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Espace réservé du numéro de diapositive 7">
            <a:extLst>
              <a:ext uri="{FF2B5EF4-FFF2-40B4-BE49-F238E27FC236}">
                <a16:creationId xmlns:a16="http://schemas.microsoft.com/office/drawing/2014/main" id="{D88BC96A-EBC4-ECEB-6909-4E0283589598}"/>
              </a:ext>
            </a:extLst>
          </p:cNvPr>
          <p:cNvSpPr>
            <a:spLocks noGrp="1"/>
          </p:cNvSpPr>
          <p:nvPr>
            <p:ph type="sldNum" sz="quarter" idx="2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260849782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D01A506-4F2A-4985-BD40-60D02598C762}"/>
              </a:ext>
            </a:extLst>
          </p:cNvPr>
          <p:cNvSpPr>
            <a:spLocks noGrp="1"/>
          </p:cNvSpPr>
          <p:nvPr>
            <p:ph type="body" sz="quarter" idx="10" hasCustomPrompt="1"/>
          </p:nvPr>
        </p:nvSpPr>
        <p:spPr>
          <a:xfrm>
            <a:off x="515938" y="1739804"/>
            <a:ext cx="8452963" cy="1600438"/>
          </a:xfrm>
        </p:spPr>
        <p:txBody>
          <a:bodyPr wrap="square">
            <a:spAutoFit/>
          </a:bodyPr>
          <a:lstStyle>
            <a:lvl1pPr marL="0" marR="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sz="4400">
                <a:latin typeface="+mj-lt"/>
              </a:defRPr>
            </a:lvl1pPr>
          </a:lstStyle>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FR"/>
              <a:t>« Citation </a:t>
            </a:r>
          </a:p>
          <a:p>
            <a:pPr marL="0" marR="0" lvl="0" indent="0" algn="l" defTabSz="914400" rtl="0" eaLnBrk="1" fontAlgn="auto" latinLnBrk="0" hangingPunct="1">
              <a:lnSpc>
                <a:spcPct val="100000"/>
              </a:lnSpc>
              <a:spcBef>
                <a:spcPts val="1200"/>
              </a:spcBef>
              <a:spcAft>
                <a:spcPts val="0"/>
              </a:spcAft>
              <a:buClrTx/>
              <a:buSzPct val="100000"/>
              <a:buFont typeface="Arial" panose="020B0604020202020204" pitchFamily="34" charset="0"/>
              <a:buNone/>
              <a:tabLst/>
              <a:defRPr/>
            </a:pPr>
            <a:r>
              <a:rPr lang="fr-FR"/>
              <a:t>»</a:t>
            </a:r>
            <a:endParaRPr lang="en-US"/>
          </a:p>
        </p:txBody>
      </p:sp>
      <p:sp>
        <p:nvSpPr>
          <p:cNvPr id="8" name="Espace réservé du texte 3">
            <a:extLst>
              <a:ext uri="{FF2B5EF4-FFF2-40B4-BE49-F238E27FC236}">
                <a16:creationId xmlns:a16="http://schemas.microsoft.com/office/drawing/2014/main" id="{0D3FBA90-CFC4-4D9B-83D1-37F39223ED1E}"/>
              </a:ext>
            </a:extLst>
          </p:cNvPr>
          <p:cNvSpPr>
            <a:spLocks noGrp="1"/>
          </p:cNvSpPr>
          <p:nvPr>
            <p:ph type="body" sz="half" idx="18" hasCustomPrompt="1"/>
          </p:nvPr>
        </p:nvSpPr>
        <p:spPr>
          <a:xfrm>
            <a:off x="515937" y="3414636"/>
            <a:ext cx="8452963" cy="646331"/>
          </a:xfrm>
        </p:spPr>
        <p:txBody>
          <a:bodyPr wrap="square">
            <a:spAutoFit/>
          </a:bodyPr>
          <a:lstStyle>
            <a:lvl1pPr marL="0" indent="0">
              <a:spcBef>
                <a:spcPts val="0"/>
              </a:spcBef>
              <a:buNone/>
              <a:defRPr sz="1800" b="0">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Nom de la </a:t>
            </a:r>
            <a:r>
              <a:rPr lang="en-US" err="1"/>
              <a:t>personne</a:t>
            </a:r>
            <a:r>
              <a:rPr lang="en-US"/>
              <a:t> </a:t>
            </a:r>
            <a:r>
              <a:rPr lang="en-US" err="1"/>
              <a:t>citée</a:t>
            </a:r>
            <a:endParaRPr lang="en-US"/>
          </a:p>
          <a:p>
            <a:pPr lvl="0"/>
            <a:r>
              <a:rPr lang="en-US" err="1"/>
              <a:t>Autre</a:t>
            </a:r>
            <a:r>
              <a:rPr lang="en-US"/>
              <a:t> information au </a:t>
            </a:r>
            <a:r>
              <a:rPr lang="en-US" err="1"/>
              <a:t>besoin</a:t>
            </a:r>
            <a:r>
              <a:rPr lang="en-US"/>
              <a:t> </a:t>
            </a:r>
          </a:p>
        </p:txBody>
      </p:sp>
      <p:sp>
        <p:nvSpPr>
          <p:cNvPr id="2" name="Espace réservé du numéro de diapositive 1">
            <a:extLst>
              <a:ext uri="{FF2B5EF4-FFF2-40B4-BE49-F238E27FC236}">
                <a16:creationId xmlns:a16="http://schemas.microsoft.com/office/drawing/2014/main" id="{A74E034F-42E3-B877-D7E3-44FD1DADB2F3}"/>
              </a:ext>
            </a:extLst>
          </p:cNvPr>
          <p:cNvSpPr>
            <a:spLocks noGrp="1"/>
          </p:cNvSpPr>
          <p:nvPr>
            <p:ph type="sldNum" sz="quarter" idx="19"/>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27510455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re &amp; Espace pour tableau ou graphique">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944E387A-E12C-7449-9D9F-EFBEEC121A95}"/>
              </a:ext>
            </a:extLst>
          </p:cNvPr>
          <p:cNvSpPr>
            <a:spLocks noGrp="1"/>
          </p:cNvSpPr>
          <p:nvPr>
            <p:ph type="title" hasCustomPrompt="1"/>
          </p:nvPr>
        </p:nvSpPr>
        <p:spPr/>
        <p:txBody>
          <a:bodyPr>
            <a:spAutoFit/>
          </a:bodyPr>
          <a:lstStyle>
            <a:lvl1pPr algn="ctr">
              <a:defRPr/>
            </a:lvl1pPr>
          </a:lstStyle>
          <a:p>
            <a:r>
              <a:rPr lang="fr-FR"/>
              <a:t>Titre</a:t>
            </a:r>
            <a:endParaRPr lang="en-CA"/>
          </a:p>
        </p:txBody>
      </p:sp>
      <p:sp>
        <p:nvSpPr>
          <p:cNvPr id="2" name="Espace réservé du numéro de diapositive 1">
            <a:extLst>
              <a:ext uri="{FF2B5EF4-FFF2-40B4-BE49-F238E27FC236}">
                <a16:creationId xmlns:a16="http://schemas.microsoft.com/office/drawing/2014/main" id="{FBBF4F65-D681-0335-15ED-CD305F00B90F}"/>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2120341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Diapositive vide">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6559E19-DFFF-93ED-C390-3F869FE2BA5C}"/>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125990553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Vidé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DD925468-A121-4F09-868C-668510E40B1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3458" t="33458" r="33542" b="33542"/>
          <a:stretch/>
        </p:blipFill>
        <p:spPr>
          <a:xfrm>
            <a:off x="4279618" y="1612618"/>
            <a:ext cx="3632765" cy="3632765"/>
          </a:xfrm>
          <a:prstGeom prst="rect">
            <a:avLst/>
          </a:prstGeom>
        </p:spPr>
      </p:pic>
      <p:sp>
        <p:nvSpPr>
          <p:cNvPr id="3" name="Espace réservé du numéro de diapositive 2">
            <a:extLst>
              <a:ext uri="{FF2B5EF4-FFF2-40B4-BE49-F238E27FC236}">
                <a16:creationId xmlns:a16="http://schemas.microsoft.com/office/drawing/2014/main" id="{02BF0426-4646-B923-9355-D5341A2BBF95}"/>
              </a:ext>
            </a:extLst>
          </p:cNvPr>
          <p:cNvSpPr>
            <a:spLocks noGrp="1"/>
          </p:cNvSpPr>
          <p:nvPr>
            <p:ph type="sldNum" sz="quarter" idx="10"/>
          </p:nvPr>
        </p:nvSpPr>
        <p:spPr/>
        <p:txBody>
          <a:bodyPr/>
          <a:lstStyle/>
          <a:p>
            <a:fld id="{F92A825C-7D5F-481B-AA5B-BCFEF2C47763}" type="slidenum">
              <a:rPr lang="en-CA" smtClean="0"/>
              <a:pPr/>
              <a:t>‹N°›</a:t>
            </a:fld>
            <a:endParaRPr lang="en-CA"/>
          </a:p>
        </p:txBody>
      </p:sp>
    </p:spTree>
    <p:extLst>
      <p:ext uri="{BB962C8B-B14F-4D97-AF65-F5344CB8AC3E}">
        <p14:creationId xmlns:p14="http://schemas.microsoft.com/office/powerpoint/2010/main" val="46306067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Passion et Technologies pour faire la différenc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1955800"/>
            <a:ext cx="10585450" cy="1938992"/>
          </a:xfrm>
          <a:prstGeom prst="rect">
            <a:avLst/>
          </a:prstGeom>
          <a:noFill/>
        </p:spPr>
        <p:txBody>
          <a:bodyPr wrap="square" rtlCol="0">
            <a:spAutoFit/>
          </a:bodyPr>
          <a:lstStyle/>
          <a:p>
            <a:pPr algn="ctr"/>
            <a:r>
              <a:rPr lang="fr-FR" sz="6000" b="0">
                <a:latin typeface="+mj-lt"/>
              </a:rPr>
              <a:t>Passion et Technologies</a:t>
            </a:r>
            <a:br>
              <a:rPr lang="fr-FR" sz="6000" b="0">
                <a:latin typeface="+mj-lt"/>
              </a:rPr>
            </a:br>
            <a:r>
              <a:rPr lang="fr-FR" sz="6000" b="0">
                <a:latin typeface="+mj-lt"/>
              </a:rPr>
              <a:t>pour faire la différence</a:t>
            </a:r>
            <a:endParaRPr lang="en-CA" sz="6000" b="0">
              <a:latin typeface="+mj-lt"/>
            </a:endParaRPr>
          </a:p>
        </p:txBody>
      </p:sp>
    </p:spTree>
    <p:extLst>
      <p:ext uri="{BB962C8B-B14F-4D97-AF65-F5344CB8AC3E}">
        <p14:creationId xmlns:p14="http://schemas.microsoft.com/office/powerpoint/2010/main" val="262525060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Nourrir, Protéger, Améliorer">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1651000"/>
            <a:ext cx="10585450" cy="2462213"/>
          </a:xfrm>
          <a:prstGeom prst="rect">
            <a:avLst/>
          </a:prstGeom>
          <a:noFill/>
        </p:spPr>
        <p:txBody>
          <a:bodyPr wrap="square" rtlCol="0">
            <a:spAutoFit/>
          </a:bodyPr>
          <a:lstStyle/>
          <a:p>
            <a:pPr algn="ctr">
              <a:spcBef>
                <a:spcPts val="600"/>
              </a:spcBef>
            </a:pPr>
            <a:r>
              <a:rPr lang="fr-FR" sz="4800" b="0">
                <a:latin typeface="+mj-lt"/>
              </a:rPr>
              <a:t>Nourrir</a:t>
            </a:r>
          </a:p>
          <a:p>
            <a:pPr algn="ctr">
              <a:spcBef>
                <a:spcPts val="600"/>
              </a:spcBef>
            </a:pPr>
            <a:r>
              <a:rPr lang="fr-FR" sz="4800" b="0">
                <a:latin typeface="+mj-lt"/>
              </a:rPr>
              <a:t>Protéger</a:t>
            </a:r>
          </a:p>
          <a:p>
            <a:pPr algn="ctr">
              <a:spcBef>
                <a:spcPts val="600"/>
              </a:spcBef>
            </a:pPr>
            <a:r>
              <a:rPr lang="fr-FR" sz="4800" b="0">
                <a:latin typeface="+mj-lt"/>
              </a:rPr>
              <a:t>Améliorer</a:t>
            </a:r>
            <a:endParaRPr lang="en-CA" sz="4800" b="0">
              <a:latin typeface="+mj-lt"/>
            </a:endParaRPr>
          </a:p>
        </p:txBody>
      </p:sp>
    </p:spTree>
    <p:extLst>
      <p:ext uri="{BB962C8B-B14F-4D97-AF65-F5344CB8AC3E}">
        <p14:creationId xmlns:p14="http://schemas.microsoft.com/office/powerpoint/2010/main" val="307509842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We are PT">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CB7CA783-E63C-99BC-38A1-B1FFD1ABEC56}"/>
              </a:ext>
            </a:extLst>
          </p:cNvPr>
          <p:cNvSpPr>
            <a:spLocks noGrp="1"/>
          </p:cNvSpPr>
          <p:nvPr>
            <p:ph type="sldNum" sz="quarter" idx="10"/>
          </p:nvPr>
        </p:nvSpPr>
        <p:spPr/>
        <p:txBody>
          <a:bodyPr/>
          <a:lstStyle/>
          <a:p>
            <a:fld id="{F92A825C-7D5F-481B-AA5B-BCFEF2C47763}" type="slidenum">
              <a:rPr lang="en-CA" smtClean="0"/>
              <a:pPr/>
              <a:t>‹N°›</a:t>
            </a:fld>
            <a:endParaRPr lang="en-CA"/>
          </a:p>
        </p:txBody>
      </p:sp>
      <p:sp>
        <p:nvSpPr>
          <p:cNvPr id="4" name="ZoneTexte 3">
            <a:extLst>
              <a:ext uri="{FF2B5EF4-FFF2-40B4-BE49-F238E27FC236}">
                <a16:creationId xmlns:a16="http://schemas.microsoft.com/office/drawing/2014/main" id="{A227154D-1A99-08BD-EE36-936E946F3CF3}"/>
              </a:ext>
            </a:extLst>
          </p:cNvPr>
          <p:cNvSpPr txBox="1"/>
          <p:nvPr userDrawn="1"/>
        </p:nvSpPr>
        <p:spPr>
          <a:xfrm>
            <a:off x="803275" y="2543175"/>
            <a:ext cx="10585450" cy="1200329"/>
          </a:xfrm>
          <a:prstGeom prst="rect">
            <a:avLst/>
          </a:prstGeom>
          <a:noFill/>
        </p:spPr>
        <p:txBody>
          <a:bodyPr wrap="square" rtlCol="0">
            <a:spAutoFit/>
          </a:bodyPr>
          <a:lstStyle/>
          <a:p>
            <a:pPr algn="ctr"/>
            <a:r>
              <a:rPr lang="en-US" sz="7200" b="0" noProof="0">
                <a:latin typeface="+mj-lt"/>
              </a:rPr>
              <a:t>WE ARE PT</a:t>
            </a:r>
          </a:p>
        </p:txBody>
      </p:sp>
    </p:spTree>
    <p:extLst>
      <p:ext uri="{BB962C8B-B14F-4D97-AF65-F5344CB8AC3E}">
        <p14:creationId xmlns:p14="http://schemas.microsoft.com/office/powerpoint/2010/main" val="364562749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Monogramme PT">
    <p:spTree>
      <p:nvGrpSpPr>
        <p:cNvPr id="1" name=""/>
        <p:cNvGrpSpPr/>
        <p:nvPr/>
      </p:nvGrpSpPr>
      <p:grpSpPr>
        <a:xfrm>
          <a:off x="0" y="0"/>
          <a:ext cx="0" cy="0"/>
          <a:chOff x="0" y="0"/>
          <a:chExt cx="0" cy="0"/>
        </a:xfrm>
      </p:grpSpPr>
      <p:pic>
        <p:nvPicPr>
          <p:cNvPr id="4" name="Graphique 6">
            <a:extLst>
              <a:ext uri="{FF2B5EF4-FFF2-40B4-BE49-F238E27FC236}">
                <a16:creationId xmlns:a16="http://schemas.microsoft.com/office/drawing/2014/main" id="{62D70DDB-9ADE-4CD9-B908-70CD646ACE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908941" y="2182773"/>
            <a:ext cx="2374119" cy="2492455"/>
          </a:xfrm>
          <a:prstGeom prst="rect">
            <a:avLst/>
          </a:prstGeom>
        </p:spPr>
      </p:pic>
    </p:spTree>
    <p:extLst>
      <p:ext uri="{BB962C8B-B14F-4D97-AF65-F5344CB8AC3E}">
        <p14:creationId xmlns:p14="http://schemas.microsoft.com/office/powerpoint/2010/main" val="36514529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50" Type="http://schemas.openxmlformats.org/officeDocument/2006/relationships/slideLayout" Target="../slideLayouts/slideLayout102.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3" Type="http://schemas.openxmlformats.org/officeDocument/2006/relationships/image" Target="../media/image5.svg"/><Relationship Id="rId5" Type="http://schemas.openxmlformats.org/officeDocument/2006/relationships/slideLayout" Target="../slideLayouts/slideLayout57.xml"/><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52" Type="http://schemas.openxmlformats.org/officeDocument/2006/relationships/theme" Target="../theme/theme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slideLayout" Target="../slideLayouts/slideLayout100.xml"/><Relationship Id="rId8" Type="http://schemas.openxmlformats.org/officeDocument/2006/relationships/slideLayout" Target="../slideLayouts/slideLayout60.xml"/><Relationship Id="rId51" Type="http://schemas.openxmlformats.org/officeDocument/2006/relationships/slideLayout" Target="../slideLayouts/slideLayout103.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slideLayout" Target="../slideLayouts/slideLayout10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BA92C7-9D97-4FDB-A13F-6CC8910FE9C3}"/>
              </a:ext>
            </a:extLst>
          </p:cNvPr>
          <p:cNvSpPr>
            <a:spLocks noGrp="1"/>
          </p:cNvSpPr>
          <p:nvPr>
            <p:ph type="title"/>
          </p:nvPr>
        </p:nvSpPr>
        <p:spPr>
          <a:xfrm>
            <a:off x="515939" y="626446"/>
            <a:ext cx="11160124" cy="769441"/>
          </a:xfrm>
          <a:prstGeom prst="rect">
            <a:avLst/>
          </a:prstGeom>
        </p:spPr>
        <p:txBody>
          <a:bodyPr vert="horz" wrap="square" lIns="91440" tIns="45720" rIns="91440" bIns="45720" rtlCol="0" anchor="t">
            <a:spAutoFit/>
          </a:bodyPr>
          <a:lstStyle/>
          <a:p>
            <a:r>
              <a:rPr lang="en-US" err="1"/>
              <a:t>Titre</a:t>
            </a:r>
            <a:r>
              <a:rPr lang="en-US"/>
              <a:t> </a:t>
            </a:r>
            <a:endParaRPr lang="en-CA"/>
          </a:p>
        </p:txBody>
      </p:sp>
      <p:sp>
        <p:nvSpPr>
          <p:cNvPr id="3" name="Text Placeholder 2">
            <a:extLst>
              <a:ext uri="{FF2B5EF4-FFF2-40B4-BE49-F238E27FC236}">
                <a16:creationId xmlns:a16="http://schemas.microsoft.com/office/drawing/2014/main" id="{98B1088E-9C6D-48C4-8488-F114AE360762}"/>
              </a:ext>
            </a:extLst>
          </p:cNvPr>
          <p:cNvSpPr>
            <a:spLocks noGrp="1"/>
          </p:cNvSpPr>
          <p:nvPr>
            <p:ph type="body" idx="1"/>
          </p:nvPr>
        </p:nvSpPr>
        <p:spPr>
          <a:xfrm>
            <a:off x="515938" y="1611887"/>
            <a:ext cx="11160125" cy="1754326"/>
          </a:xfrm>
          <a:prstGeom prst="rect">
            <a:avLst/>
          </a:prstGeom>
        </p:spPr>
        <p:txBody>
          <a:bodyPr vert="horz" wrap="square" lIns="91440" tIns="45720" rIns="91440" bIns="45720" rtlCol="0" anchor="t">
            <a:spAutoFit/>
          </a:bodyPr>
          <a:lstStyle/>
          <a:p>
            <a:pPr lvl="0"/>
            <a:r>
              <a:rPr lang="en-US"/>
              <a:t>Modifier le </a:t>
            </a:r>
            <a:r>
              <a:rPr lang="en-US" err="1"/>
              <a:t>texte</a:t>
            </a:r>
            <a:endParaRPr lang="en-US"/>
          </a:p>
          <a:p>
            <a:pPr lvl="1"/>
            <a:r>
              <a:rPr lang="en-US"/>
              <a:t>Deuxième </a:t>
            </a:r>
            <a:r>
              <a:rPr lang="en-US" err="1"/>
              <a:t>niveau</a:t>
            </a:r>
            <a:r>
              <a:rPr lang="en-US"/>
              <a:t> </a:t>
            </a:r>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p:txBody>
      </p:sp>
      <p:sp>
        <p:nvSpPr>
          <p:cNvPr id="8" name="Rectangle 7">
            <a:extLst>
              <a:ext uri="{FF2B5EF4-FFF2-40B4-BE49-F238E27FC236}">
                <a16:creationId xmlns:a16="http://schemas.microsoft.com/office/drawing/2014/main" id="{D2FDA313-7550-4381-AD06-82E0AC53A848}"/>
              </a:ext>
            </a:extLst>
          </p:cNvPr>
          <p:cNvSpPr/>
          <p:nvPr userDrawn="1"/>
        </p:nvSpPr>
        <p:spPr>
          <a:xfrm>
            <a:off x="10907943"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5" name="Rectangle 4">
            <a:extLst>
              <a:ext uri="{FF2B5EF4-FFF2-40B4-BE49-F238E27FC236}">
                <a16:creationId xmlns:a16="http://schemas.microsoft.com/office/drawing/2014/main" id="{32712DF0-5450-229C-C78E-518D6986BD06}"/>
              </a:ext>
            </a:extLst>
          </p:cNvPr>
          <p:cNvSpPr/>
          <p:nvPr userDrawn="1"/>
        </p:nvSpPr>
        <p:spPr>
          <a:xfrm>
            <a:off x="8991793" y="6550511"/>
            <a:ext cx="2016000" cy="180425"/>
          </a:xfrm>
          <a:prstGeom prst="rect">
            <a:avLst/>
          </a:prstGeom>
        </p:spPr>
        <p:txBody>
          <a:bodyPr wrap="square" lIns="36000" tIns="36000" rIns="36000" bIns="36000" anchor="ctr" anchorCtr="0">
            <a:spAutoFit/>
          </a:bodyPr>
          <a:lstStyle/>
          <a:p>
            <a:pPr algn="r">
              <a:defRPr/>
            </a:pPr>
            <a:r>
              <a:rPr lang="en-CA" sz="700" b="0" i="0">
                <a:solidFill>
                  <a:schemeClr val="accent2"/>
                </a:solidFill>
                <a:effectLst/>
                <a:latin typeface="+mn-lt"/>
              </a:rPr>
              <a:t>© Premier Tech </a:t>
            </a:r>
            <a:r>
              <a:rPr lang="en-CA" sz="700" b="0" i="0" err="1">
                <a:solidFill>
                  <a:schemeClr val="accent2"/>
                </a:solidFill>
                <a:effectLst/>
                <a:latin typeface="+mn-lt"/>
              </a:rPr>
              <a:t>ltée</a:t>
            </a:r>
            <a:r>
              <a:rPr lang="en-CA" sz="700" b="0" i="0">
                <a:solidFill>
                  <a:schemeClr val="accent2"/>
                </a:solidFill>
                <a:effectLst/>
                <a:latin typeface="+mn-lt"/>
              </a:rPr>
              <a:t>. Tous droits </a:t>
            </a:r>
            <a:r>
              <a:rPr lang="en-CA" sz="700" b="0" i="0" err="1">
                <a:solidFill>
                  <a:schemeClr val="accent2"/>
                </a:solidFill>
                <a:effectLst/>
                <a:latin typeface="+mn-lt"/>
              </a:rPr>
              <a:t>réservés</a:t>
            </a:r>
            <a:r>
              <a:rPr lang="en-CA" sz="700" b="0" i="0">
                <a:solidFill>
                  <a:schemeClr val="accent2"/>
                </a:solidFill>
                <a:effectLst/>
                <a:latin typeface="+mn-lt"/>
              </a:rPr>
              <a:t>.</a:t>
            </a:r>
            <a:endParaRPr lang="en-CA" sz="700" spc="0">
              <a:solidFill>
                <a:schemeClr val="accent2"/>
              </a:solidFill>
              <a:latin typeface="+mn-lt"/>
            </a:endParaRPr>
          </a:p>
        </p:txBody>
      </p:sp>
      <p:pic>
        <p:nvPicPr>
          <p:cNvPr id="4" name="Graphique 3">
            <a:extLst>
              <a:ext uri="{FF2B5EF4-FFF2-40B4-BE49-F238E27FC236}">
                <a16:creationId xmlns:a16="http://schemas.microsoft.com/office/drawing/2014/main" id="{68E26AA2-76C7-1E14-47B4-4C3C57EDEC11}"/>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a:xfrm>
            <a:off x="192088" y="6309088"/>
            <a:ext cx="335279" cy="360000"/>
          </a:xfrm>
          <a:prstGeom prst="rect">
            <a:avLst/>
          </a:prstGeom>
        </p:spPr>
      </p:pic>
      <p:sp>
        <p:nvSpPr>
          <p:cNvPr id="14" name="Espace réservé du numéro de diapositive 13">
            <a:extLst>
              <a:ext uri="{FF2B5EF4-FFF2-40B4-BE49-F238E27FC236}">
                <a16:creationId xmlns:a16="http://schemas.microsoft.com/office/drawing/2014/main" id="{DD25F704-27AE-6EFF-D1B8-CA30C3729D62}"/>
              </a:ext>
            </a:extLst>
          </p:cNvPr>
          <p:cNvSpPr>
            <a:spLocks noGrp="1"/>
          </p:cNvSpPr>
          <p:nvPr>
            <p:ph type="sldNum" sz="quarter" idx="4"/>
          </p:nvPr>
        </p:nvSpPr>
        <p:spPr>
          <a:xfrm>
            <a:off x="11762571" y="6550511"/>
            <a:ext cx="237341" cy="180425"/>
          </a:xfrm>
          <a:prstGeom prst="rect">
            <a:avLst/>
          </a:prstGeom>
        </p:spPr>
        <p:txBody>
          <a:bodyPr vert="horz" wrap="square" lIns="36000" tIns="36000" rIns="36000" bIns="36000" rtlCol="0" anchor="ctr" anchorCtr="0">
            <a:spAutoFit/>
          </a:bodyPr>
          <a:lstStyle>
            <a:lvl1pPr algn="l">
              <a:defRPr sz="700">
                <a:solidFill>
                  <a:schemeClr val="tx1">
                    <a:tint val="82000"/>
                  </a:schemeClr>
                </a:solidFill>
              </a:defRPr>
            </a:lvl1pPr>
          </a:lstStyle>
          <a:p>
            <a:fld id="{F92A825C-7D5F-481B-AA5B-BCFEF2C47763}" type="slidenum">
              <a:rPr lang="en-CA" smtClean="0"/>
              <a:pPr/>
              <a:t>‹N°›</a:t>
            </a:fld>
            <a:endParaRPr lang="en-CA"/>
          </a:p>
        </p:txBody>
      </p:sp>
    </p:spTree>
    <p:extLst>
      <p:ext uri="{BB962C8B-B14F-4D97-AF65-F5344CB8AC3E}">
        <p14:creationId xmlns:p14="http://schemas.microsoft.com/office/powerpoint/2010/main" val="1995987606"/>
      </p:ext>
    </p:extLst>
  </p:cSld>
  <p:clrMap bg1="dk1" tx1="lt1" bg2="dk2" tx2="lt2" accent1="accent1" accent2="accent2" accent3="accent3" accent4="accent4" accent5="accent5" accent6="accent6" hlink="hlink" folHlink="folHlink"/>
  <p:sldLayoutIdLst>
    <p:sldLayoutId id="2147484076" r:id="rId1"/>
    <p:sldLayoutId id="2147484129" r:id="rId2"/>
    <p:sldLayoutId id="2147484123" r:id="rId3"/>
    <p:sldLayoutId id="2147484125" r:id="rId4"/>
    <p:sldLayoutId id="2147484075" r:id="rId5"/>
    <p:sldLayoutId id="2147484077" r:id="rId6"/>
    <p:sldLayoutId id="2147484078" r:id="rId7"/>
    <p:sldLayoutId id="2147484083" r:id="rId8"/>
    <p:sldLayoutId id="2147484114" r:id="rId9"/>
    <p:sldLayoutId id="2147484085" r:id="rId10"/>
    <p:sldLayoutId id="2147484086" r:id="rId11"/>
    <p:sldLayoutId id="2147484087" r:id="rId12"/>
    <p:sldLayoutId id="2147484089" r:id="rId13"/>
    <p:sldLayoutId id="2147484130" r:id="rId14"/>
    <p:sldLayoutId id="2147484090" r:id="rId15"/>
    <p:sldLayoutId id="2147484091" r:id="rId16"/>
    <p:sldLayoutId id="2147484132" r:id="rId17"/>
    <p:sldLayoutId id="2147484133" r:id="rId18"/>
    <p:sldLayoutId id="2147484115" r:id="rId19"/>
    <p:sldLayoutId id="2147484134" r:id="rId20"/>
    <p:sldLayoutId id="2147484096" r:id="rId21"/>
    <p:sldLayoutId id="2147484135" r:id="rId22"/>
    <p:sldLayoutId id="2147484098" r:id="rId23"/>
    <p:sldLayoutId id="2147484137" r:id="rId24"/>
    <p:sldLayoutId id="2147484138" r:id="rId25"/>
    <p:sldLayoutId id="2147484151" r:id="rId26"/>
    <p:sldLayoutId id="2147484099" r:id="rId27"/>
    <p:sldLayoutId id="2147484152" r:id="rId28"/>
    <p:sldLayoutId id="2147484139" r:id="rId29"/>
    <p:sldLayoutId id="2147484153" r:id="rId30"/>
    <p:sldLayoutId id="2147484100" r:id="rId31"/>
    <p:sldLayoutId id="2147484154" r:id="rId32"/>
    <p:sldLayoutId id="2147484140" r:id="rId33"/>
    <p:sldLayoutId id="2147484150" r:id="rId34"/>
    <p:sldLayoutId id="2147484102" r:id="rId35"/>
    <p:sldLayoutId id="2147484103" r:id="rId36"/>
    <p:sldLayoutId id="2147484104" r:id="rId37"/>
    <p:sldLayoutId id="2147484143" r:id="rId38"/>
    <p:sldLayoutId id="2147484105" r:id="rId39"/>
    <p:sldLayoutId id="2147484144" r:id="rId40"/>
    <p:sldLayoutId id="2147484106" r:id="rId41"/>
    <p:sldLayoutId id="2147484145" r:id="rId42"/>
    <p:sldLayoutId id="2147484107" r:id="rId43"/>
    <p:sldLayoutId id="2147484108" r:id="rId44"/>
    <p:sldLayoutId id="2147484109" r:id="rId45"/>
    <p:sldLayoutId id="2147484110" r:id="rId46"/>
    <p:sldLayoutId id="2147484111" r:id="rId47"/>
    <p:sldLayoutId id="2147484146" r:id="rId48"/>
    <p:sldLayoutId id="2147484148" r:id="rId49"/>
    <p:sldLayoutId id="2147484149" r:id="rId50"/>
    <p:sldLayoutId id="2147484112" r:id="rId51"/>
    <p:sldLayoutId id="2147484221" r:id="rId52"/>
  </p:sldLayoutIdLst>
  <p:hf hdr="0" ftr="0" dt="0"/>
  <p:txStyles>
    <p:titleStyle>
      <a:lvl1pPr algn="l" defTabSz="914400" rtl="0" eaLnBrk="1" latinLnBrk="0" hangingPunct="1">
        <a:lnSpc>
          <a:spcPct val="100000"/>
        </a:lnSpc>
        <a:spcBef>
          <a:spcPct val="0"/>
        </a:spcBef>
        <a:buNone/>
        <a:defRPr sz="4400" b="1" kern="1200">
          <a:solidFill>
            <a:schemeClr val="tx1"/>
          </a:solidFill>
          <a:latin typeface="Premier Tech Title" pitchFamily="2" charset="0"/>
          <a:ea typeface="Premier Tech Title" pitchFamily="2" charset="0"/>
          <a:cs typeface="+mj-cs"/>
        </a:defRPr>
      </a:lvl1pPr>
    </p:titleStyle>
    <p:bodyStyle>
      <a:lvl1pPr marL="228600" indent="-228600" algn="l" defTabSz="914400" rtl="0" eaLnBrk="1" latinLnBrk="0" hangingPunct="1">
        <a:lnSpc>
          <a:spcPct val="100000"/>
        </a:lnSpc>
        <a:spcBef>
          <a:spcPts val="1200"/>
        </a:spcBef>
        <a:buSzPct val="100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1200"/>
        </a:spcBef>
        <a:buSzPct val="100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1200"/>
        </a:spcBef>
        <a:buSzPct val="100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1200"/>
        </a:spcBef>
        <a:buSzPct val="100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1200"/>
        </a:spcBef>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4201">
          <p15:clr>
            <a:srgbClr val="F26B43"/>
          </p15:clr>
        </p15:guide>
        <p15:guide id="16" pos="3840">
          <p15:clr>
            <a:srgbClr val="A4A3A4"/>
          </p15:clr>
        </p15:guide>
        <p15:guide id="19" orient="horz" pos="2160">
          <p15:clr>
            <a:srgbClr val="A4A3A4"/>
          </p15:clr>
        </p15:guide>
        <p15:guide id="20" pos="121">
          <p15:clr>
            <a:srgbClr val="F26B43"/>
          </p15:clr>
        </p15:guide>
        <p15:guide id="21" pos="7559">
          <p15:clr>
            <a:srgbClr val="F26B43"/>
          </p15:clr>
        </p15:guide>
        <p15:guide id="24" orient="horz" pos="391">
          <p15:clr>
            <a:srgbClr val="F26B43"/>
          </p15:clr>
        </p15:guide>
        <p15:guide id="25" orient="horz" pos="3906">
          <p15:clr>
            <a:srgbClr val="F26B43"/>
          </p15:clr>
        </p15:guide>
        <p15:guide id="26" pos="325">
          <p15:clr>
            <a:srgbClr val="FDE53C"/>
          </p15:clr>
        </p15:guide>
        <p15:guide id="27" pos="7355">
          <p15:clr>
            <a:srgbClr val="FDE53C"/>
          </p15:clr>
        </p15:guide>
        <p15:guide id="28" orient="horz" pos="1706" userDrawn="1">
          <p15:clr>
            <a:srgbClr val="A4A3A4"/>
          </p15:clr>
        </p15:guide>
        <p15:guide id="29" orient="horz" pos="1933"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BA92C7-9D97-4FDB-A13F-6CC8910FE9C3}"/>
              </a:ext>
            </a:extLst>
          </p:cNvPr>
          <p:cNvSpPr>
            <a:spLocks noGrp="1"/>
          </p:cNvSpPr>
          <p:nvPr>
            <p:ph type="title"/>
          </p:nvPr>
        </p:nvSpPr>
        <p:spPr>
          <a:xfrm>
            <a:off x="515939" y="626446"/>
            <a:ext cx="11160124" cy="769441"/>
          </a:xfrm>
          <a:prstGeom prst="rect">
            <a:avLst/>
          </a:prstGeom>
        </p:spPr>
        <p:txBody>
          <a:bodyPr vert="horz" wrap="square" lIns="91440" tIns="45720" rIns="91440" bIns="45720" rtlCol="0" anchor="t">
            <a:spAutoFit/>
          </a:bodyPr>
          <a:lstStyle/>
          <a:p>
            <a:r>
              <a:rPr lang="en-US" dirty="0" err="1"/>
              <a:t>Titre</a:t>
            </a:r>
            <a:r>
              <a:rPr lang="en-US" dirty="0"/>
              <a:t> </a:t>
            </a:r>
            <a:endParaRPr lang="en-CA" dirty="0"/>
          </a:p>
        </p:txBody>
      </p:sp>
      <p:sp>
        <p:nvSpPr>
          <p:cNvPr id="3" name="Text Placeholder 2">
            <a:extLst>
              <a:ext uri="{FF2B5EF4-FFF2-40B4-BE49-F238E27FC236}">
                <a16:creationId xmlns:a16="http://schemas.microsoft.com/office/drawing/2014/main" id="{98B1088E-9C6D-48C4-8488-F114AE360762}"/>
              </a:ext>
            </a:extLst>
          </p:cNvPr>
          <p:cNvSpPr>
            <a:spLocks noGrp="1"/>
          </p:cNvSpPr>
          <p:nvPr>
            <p:ph type="body" idx="1"/>
          </p:nvPr>
        </p:nvSpPr>
        <p:spPr>
          <a:xfrm>
            <a:off x="515938" y="1611887"/>
            <a:ext cx="11160125" cy="1754326"/>
          </a:xfrm>
          <a:prstGeom prst="rect">
            <a:avLst/>
          </a:prstGeom>
        </p:spPr>
        <p:txBody>
          <a:bodyPr vert="horz" wrap="square" lIns="91440" tIns="45720" rIns="91440" bIns="45720" rtlCol="0" anchor="t">
            <a:spAutoFit/>
          </a:bodyPr>
          <a:lstStyle/>
          <a:p>
            <a:pPr lvl="0"/>
            <a:r>
              <a:rPr lang="en-US"/>
              <a:t>Modifier le </a:t>
            </a:r>
            <a:r>
              <a:rPr lang="en-US" err="1"/>
              <a:t>texte</a:t>
            </a:r>
            <a:endParaRPr lang="en-US"/>
          </a:p>
          <a:p>
            <a:pPr lvl="1"/>
            <a:r>
              <a:rPr lang="en-US"/>
              <a:t>Deuxième </a:t>
            </a:r>
            <a:r>
              <a:rPr lang="en-US" err="1"/>
              <a:t>niveau</a:t>
            </a:r>
            <a:r>
              <a:rPr lang="en-US"/>
              <a:t> </a:t>
            </a:r>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p:txBody>
      </p:sp>
      <p:sp>
        <p:nvSpPr>
          <p:cNvPr id="8" name="Rectangle 7">
            <a:extLst>
              <a:ext uri="{FF2B5EF4-FFF2-40B4-BE49-F238E27FC236}">
                <a16:creationId xmlns:a16="http://schemas.microsoft.com/office/drawing/2014/main" id="{D2FDA313-7550-4381-AD06-82E0AC53A848}"/>
              </a:ext>
            </a:extLst>
          </p:cNvPr>
          <p:cNvSpPr/>
          <p:nvPr userDrawn="1"/>
        </p:nvSpPr>
        <p:spPr>
          <a:xfrm>
            <a:off x="10907943" y="6550511"/>
            <a:ext cx="936000" cy="180425"/>
          </a:xfrm>
          <a:prstGeom prst="rect">
            <a:avLst/>
          </a:prstGeom>
        </p:spPr>
        <p:txBody>
          <a:bodyPr wrap="square" lIns="36000" tIns="36000" rIns="36000" bIns="36000" anchor="ctr" anchorCtr="0">
            <a:spAutoFit/>
          </a:bodyPr>
          <a:lstStyle/>
          <a:p>
            <a:pPr algn="ctr">
              <a:defRPr/>
            </a:pPr>
            <a:r>
              <a:rPr lang="fr-CA" sz="700" spc="0">
                <a:solidFill>
                  <a:schemeClr val="accent2"/>
                </a:solidFill>
                <a:latin typeface="+mn-lt"/>
              </a:rPr>
              <a:t>| CONFIDENTIEL |</a:t>
            </a:r>
            <a:endParaRPr lang="en-CA" sz="700" spc="0">
              <a:solidFill>
                <a:schemeClr val="accent2"/>
              </a:solidFill>
              <a:latin typeface="+mn-lt"/>
            </a:endParaRPr>
          </a:p>
        </p:txBody>
      </p:sp>
      <p:sp>
        <p:nvSpPr>
          <p:cNvPr id="5" name="Rectangle 4">
            <a:extLst>
              <a:ext uri="{FF2B5EF4-FFF2-40B4-BE49-F238E27FC236}">
                <a16:creationId xmlns:a16="http://schemas.microsoft.com/office/drawing/2014/main" id="{32712DF0-5450-229C-C78E-518D6986BD06}"/>
              </a:ext>
            </a:extLst>
          </p:cNvPr>
          <p:cNvSpPr/>
          <p:nvPr userDrawn="1"/>
        </p:nvSpPr>
        <p:spPr>
          <a:xfrm>
            <a:off x="8991793" y="6550511"/>
            <a:ext cx="2016000" cy="180425"/>
          </a:xfrm>
          <a:prstGeom prst="rect">
            <a:avLst/>
          </a:prstGeom>
        </p:spPr>
        <p:txBody>
          <a:bodyPr wrap="square" lIns="36000" tIns="36000" rIns="36000" bIns="36000" anchor="ctr" anchorCtr="0">
            <a:spAutoFit/>
          </a:bodyPr>
          <a:lstStyle/>
          <a:p>
            <a:pPr algn="r">
              <a:defRPr/>
            </a:pPr>
            <a:r>
              <a:rPr lang="en-CA" sz="700" b="0" i="0" dirty="0">
                <a:solidFill>
                  <a:schemeClr val="accent2"/>
                </a:solidFill>
                <a:effectLst/>
                <a:latin typeface="+mn-lt"/>
              </a:rPr>
              <a:t>© Premier Tech </a:t>
            </a:r>
            <a:r>
              <a:rPr lang="en-CA" sz="700" b="0" i="0" dirty="0" err="1">
                <a:solidFill>
                  <a:schemeClr val="accent2"/>
                </a:solidFill>
                <a:effectLst/>
                <a:latin typeface="+mn-lt"/>
              </a:rPr>
              <a:t>ltée</a:t>
            </a:r>
            <a:r>
              <a:rPr lang="en-CA" sz="700" b="0" i="0" dirty="0">
                <a:solidFill>
                  <a:schemeClr val="accent2"/>
                </a:solidFill>
                <a:effectLst/>
                <a:latin typeface="+mn-lt"/>
              </a:rPr>
              <a:t>. Tous droits </a:t>
            </a:r>
            <a:r>
              <a:rPr lang="en-CA" sz="700" b="0" i="0" dirty="0" err="1">
                <a:solidFill>
                  <a:schemeClr val="accent2"/>
                </a:solidFill>
                <a:effectLst/>
                <a:latin typeface="+mn-lt"/>
              </a:rPr>
              <a:t>réservés</a:t>
            </a:r>
            <a:r>
              <a:rPr lang="en-CA" sz="700" b="0" i="0" dirty="0">
                <a:solidFill>
                  <a:schemeClr val="accent2"/>
                </a:solidFill>
                <a:effectLst/>
                <a:latin typeface="+mn-lt"/>
              </a:rPr>
              <a:t>.</a:t>
            </a:r>
            <a:endParaRPr lang="en-CA" sz="700" spc="0" dirty="0">
              <a:solidFill>
                <a:schemeClr val="accent2"/>
              </a:solidFill>
              <a:latin typeface="+mn-lt"/>
            </a:endParaRPr>
          </a:p>
        </p:txBody>
      </p:sp>
      <p:pic>
        <p:nvPicPr>
          <p:cNvPr id="4" name="Graphique 3">
            <a:extLst>
              <a:ext uri="{FF2B5EF4-FFF2-40B4-BE49-F238E27FC236}">
                <a16:creationId xmlns:a16="http://schemas.microsoft.com/office/drawing/2014/main" id="{68E26AA2-76C7-1E14-47B4-4C3C57EDEC11}"/>
              </a:ext>
            </a:extLst>
          </p:cNvPr>
          <p:cNvPicPr>
            <a:picLocks noChangeAspect="1"/>
          </p:cNvPicPr>
          <p:nvPr userDrawn="1"/>
        </p:nvPicPr>
        <p:blipFill>
          <a:blip>
            <a:extLst>
              <a:ext uri="{96DAC541-7B7A-43D3-8B79-37D633B846F1}">
                <asvg:svgBlip xmlns:asvg="http://schemas.microsoft.com/office/drawing/2016/SVG/main" r:embed="rId53"/>
              </a:ext>
            </a:extLst>
          </a:blip>
          <a:stretch>
            <a:fillRect/>
          </a:stretch>
        </p:blipFill>
        <p:spPr>
          <a:xfrm>
            <a:off x="192088" y="6309088"/>
            <a:ext cx="335279" cy="360000"/>
          </a:xfrm>
          <a:prstGeom prst="rect">
            <a:avLst/>
          </a:prstGeom>
        </p:spPr>
      </p:pic>
      <p:sp>
        <p:nvSpPr>
          <p:cNvPr id="14" name="Espace réservé du numéro de diapositive 13">
            <a:extLst>
              <a:ext uri="{FF2B5EF4-FFF2-40B4-BE49-F238E27FC236}">
                <a16:creationId xmlns:a16="http://schemas.microsoft.com/office/drawing/2014/main" id="{DD25F704-27AE-6EFF-D1B8-CA30C3729D62}"/>
              </a:ext>
            </a:extLst>
          </p:cNvPr>
          <p:cNvSpPr>
            <a:spLocks noGrp="1"/>
          </p:cNvSpPr>
          <p:nvPr>
            <p:ph type="sldNum" sz="quarter" idx="4"/>
          </p:nvPr>
        </p:nvSpPr>
        <p:spPr>
          <a:xfrm>
            <a:off x="11762571" y="6550511"/>
            <a:ext cx="237341" cy="180425"/>
          </a:xfrm>
          <a:prstGeom prst="rect">
            <a:avLst/>
          </a:prstGeom>
        </p:spPr>
        <p:txBody>
          <a:bodyPr vert="horz" wrap="square" lIns="36000" tIns="36000" rIns="36000" bIns="36000" rtlCol="0" anchor="ctr" anchorCtr="0">
            <a:spAutoFit/>
          </a:bodyPr>
          <a:lstStyle>
            <a:lvl1pPr algn="l">
              <a:defRPr sz="700">
                <a:solidFill>
                  <a:schemeClr val="accent2"/>
                </a:solidFill>
              </a:defRPr>
            </a:lvl1pPr>
          </a:lstStyle>
          <a:p>
            <a:fld id="{F92A825C-7D5F-481B-AA5B-BCFEF2C47763}" type="slidenum">
              <a:rPr lang="en-CA" smtClean="0"/>
              <a:pPr/>
              <a:t>‹N°›</a:t>
            </a:fld>
            <a:endParaRPr lang="en-CA"/>
          </a:p>
        </p:txBody>
      </p:sp>
    </p:spTree>
    <p:extLst>
      <p:ext uri="{BB962C8B-B14F-4D97-AF65-F5344CB8AC3E}">
        <p14:creationId xmlns:p14="http://schemas.microsoft.com/office/powerpoint/2010/main" val="1662035587"/>
      </p:ext>
    </p:extLst>
  </p:cSld>
  <p:clrMap bg1="dk1" tx1="lt1" bg2="dk2" tx2="lt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7" r:id="rId8"/>
    <p:sldLayoutId id="2147484178" r:id="rId9"/>
    <p:sldLayoutId id="2147484179" r:id="rId10"/>
    <p:sldLayoutId id="2147484180" r:id="rId11"/>
    <p:sldLayoutId id="2147484181" r:id="rId12"/>
    <p:sldLayoutId id="2147484182" r:id="rId13"/>
    <p:sldLayoutId id="2147484183" r:id="rId14"/>
    <p:sldLayoutId id="2147484184" r:id="rId15"/>
    <p:sldLayoutId id="2147484185" r:id="rId16"/>
    <p:sldLayoutId id="2147484186" r:id="rId17"/>
    <p:sldLayoutId id="2147484187" r:id="rId18"/>
    <p:sldLayoutId id="2147484188" r:id="rId19"/>
    <p:sldLayoutId id="2147484189" r:id="rId20"/>
    <p:sldLayoutId id="2147484190" r:id="rId21"/>
    <p:sldLayoutId id="2147484191" r:id="rId22"/>
    <p:sldLayoutId id="2147484192" r:id="rId23"/>
    <p:sldLayoutId id="2147484193" r:id="rId24"/>
    <p:sldLayoutId id="2147484194" r:id="rId25"/>
    <p:sldLayoutId id="2147484195" r:id="rId26"/>
    <p:sldLayoutId id="2147484196" r:id="rId27"/>
    <p:sldLayoutId id="2147484197" r:id="rId28"/>
    <p:sldLayoutId id="2147484198" r:id="rId29"/>
    <p:sldLayoutId id="2147484199" r:id="rId30"/>
    <p:sldLayoutId id="2147484200" r:id="rId31"/>
    <p:sldLayoutId id="2147484201" r:id="rId32"/>
    <p:sldLayoutId id="2147484202" r:id="rId33"/>
    <p:sldLayoutId id="2147484203" r:id="rId34"/>
    <p:sldLayoutId id="2147484204" r:id="rId35"/>
    <p:sldLayoutId id="2147484205" r:id="rId36"/>
    <p:sldLayoutId id="2147484206" r:id="rId37"/>
    <p:sldLayoutId id="2147484207" r:id="rId38"/>
    <p:sldLayoutId id="2147484208" r:id="rId39"/>
    <p:sldLayoutId id="2147484209" r:id="rId40"/>
    <p:sldLayoutId id="2147484210" r:id="rId41"/>
    <p:sldLayoutId id="2147484211" r:id="rId42"/>
    <p:sldLayoutId id="2147484212" r:id="rId43"/>
    <p:sldLayoutId id="2147484213" r:id="rId44"/>
    <p:sldLayoutId id="2147484214" r:id="rId45"/>
    <p:sldLayoutId id="2147484215" r:id="rId46"/>
    <p:sldLayoutId id="2147484216" r:id="rId47"/>
    <p:sldLayoutId id="2147484217" r:id="rId48"/>
    <p:sldLayoutId id="2147484218" r:id="rId49"/>
    <p:sldLayoutId id="2147484219" r:id="rId50"/>
    <p:sldLayoutId id="2147484220" r:id="rId51"/>
  </p:sldLayoutIdLst>
  <p:hf hdr="0" ftr="0" dt="0"/>
  <p:txStyles>
    <p:titleStyle>
      <a:lvl1pPr algn="l" defTabSz="914400" rtl="0" eaLnBrk="1" latinLnBrk="0" hangingPunct="1">
        <a:lnSpc>
          <a:spcPct val="100000"/>
        </a:lnSpc>
        <a:spcBef>
          <a:spcPct val="0"/>
        </a:spcBef>
        <a:buNone/>
        <a:defRPr sz="4400" b="1" kern="1200">
          <a:solidFill>
            <a:schemeClr val="tx1"/>
          </a:solidFill>
          <a:latin typeface="Premier Tech Title" pitchFamily="2" charset="0"/>
          <a:ea typeface="Premier Tech Title" pitchFamily="2" charset="0"/>
          <a:cs typeface="+mj-cs"/>
        </a:defRPr>
      </a:lvl1pPr>
    </p:titleStyle>
    <p:bodyStyle>
      <a:lvl1pPr marL="228600" indent="-228600" algn="l" defTabSz="914400" rtl="0" eaLnBrk="1" latinLnBrk="0" hangingPunct="1">
        <a:lnSpc>
          <a:spcPct val="100000"/>
        </a:lnSpc>
        <a:spcBef>
          <a:spcPts val="1200"/>
        </a:spcBef>
        <a:buSzPct val="100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1200"/>
        </a:spcBef>
        <a:buSzPct val="100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1200"/>
        </a:spcBef>
        <a:buSzPct val="100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1200"/>
        </a:spcBef>
        <a:buSzPct val="100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1200"/>
        </a:spcBef>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4201">
          <p15:clr>
            <a:srgbClr val="F26B43"/>
          </p15:clr>
        </p15:guide>
        <p15:guide id="16" pos="3840">
          <p15:clr>
            <a:srgbClr val="A4A3A4"/>
          </p15:clr>
        </p15:guide>
        <p15:guide id="19" orient="horz" pos="2160">
          <p15:clr>
            <a:srgbClr val="A4A3A4"/>
          </p15:clr>
        </p15:guide>
        <p15:guide id="20" pos="121">
          <p15:clr>
            <a:srgbClr val="F26B43"/>
          </p15:clr>
        </p15:guide>
        <p15:guide id="21" pos="7559">
          <p15:clr>
            <a:srgbClr val="F26B43"/>
          </p15:clr>
        </p15:guide>
        <p15:guide id="24" orient="horz" pos="391">
          <p15:clr>
            <a:srgbClr val="F26B43"/>
          </p15:clr>
        </p15:guide>
        <p15:guide id="25" orient="horz" pos="3906">
          <p15:clr>
            <a:srgbClr val="F26B43"/>
          </p15:clr>
        </p15:guide>
        <p15:guide id="26" pos="325">
          <p15:clr>
            <a:srgbClr val="FDE53C"/>
          </p15:clr>
        </p15:guide>
        <p15:guide id="27" pos="7355">
          <p15:clr>
            <a:srgbClr val="FDE53C"/>
          </p15:clr>
        </p15:guide>
        <p15:guide id="28" orient="horz" pos="1706">
          <p15:clr>
            <a:srgbClr val="A4A3A4"/>
          </p15:clr>
        </p15:guide>
        <p15:guide id="29" orient="horz" pos="1933">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9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6.png"/><Relationship Id="rId4" Type="http://schemas.openxmlformats.org/officeDocument/2006/relationships/tags" Target="../tags/tag4.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34FF9CDB-EB80-476C-9F6A-4888DEAB169D}"/>
              </a:ext>
            </a:extLst>
          </p:cNvPr>
          <p:cNvGraphicFramePr>
            <a:graphicFrameLocks noGrp="1"/>
          </p:cNvGraphicFramePr>
          <p:nvPr>
            <p:custDataLst>
              <p:tags r:id="rId1"/>
            </p:custDataLst>
            <p:extLst>
              <p:ext uri="{D42A27DB-BD31-4B8C-83A1-F6EECF244321}">
                <p14:modId xmlns:p14="http://schemas.microsoft.com/office/powerpoint/2010/main" val="1685978120"/>
              </p:ext>
            </p:extLst>
          </p:nvPr>
        </p:nvGraphicFramePr>
        <p:xfrm>
          <a:off x="6276975" y="3844074"/>
          <a:ext cx="5699627" cy="2463989"/>
        </p:xfrm>
        <a:graphic>
          <a:graphicData uri="http://schemas.openxmlformats.org/drawingml/2006/table">
            <a:tbl>
              <a:tblPr firstRow="1" bandRow="1">
                <a:tableStyleId>{5C22544A-7EE6-4342-B048-85BDC9FD1C3A}</a:tableStyleId>
              </a:tblPr>
              <a:tblGrid>
                <a:gridCol w="4762500">
                  <a:extLst>
                    <a:ext uri="{9D8B030D-6E8A-4147-A177-3AD203B41FA5}">
                      <a16:colId xmlns:a16="http://schemas.microsoft.com/office/drawing/2014/main" val="1035503382"/>
                    </a:ext>
                  </a:extLst>
                </a:gridCol>
                <a:gridCol w="937127">
                  <a:extLst>
                    <a:ext uri="{9D8B030D-6E8A-4147-A177-3AD203B41FA5}">
                      <a16:colId xmlns:a16="http://schemas.microsoft.com/office/drawing/2014/main" val="91996592"/>
                    </a:ext>
                  </a:extLst>
                </a:gridCol>
              </a:tblGrid>
              <a:tr h="234272">
                <a:tc>
                  <a:txBody>
                    <a:bodyPr/>
                    <a:lstStyle/>
                    <a:p>
                      <a:r>
                        <a:rPr lang="en-CA" sz="1100" noProof="0" dirty="0">
                          <a:solidFill>
                            <a:schemeClr val="tx1"/>
                          </a:solidFill>
                        </a:rPr>
                        <a:t>Risks / Issues &amp; Mitigation plan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n-CA" sz="1100" noProof="0">
                          <a:solidFill>
                            <a:schemeClr val="tx1"/>
                          </a:solidFill>
                        </a:rPr>
                        <a:t>Owner</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12374779"/>
                  </a:ext>
                </a:extLst>
              </a:tr>
              <a:tr h="2204909">
                <a:tc>
                  <a: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100" b="0" i="0" u="none" strike="noStrike" kern="1200" cap="none" spc="0" normalizeH="0" baseline="0" dirty="0">
                          <a:ln>
                            <a:noFill/>
                          </a:ln>
                          <a:solidFill>
                            <a:schemeClr val="bg1"/>
                          </a:solidFill>
                          <a:effectLst/>
                          <a:highlight>
                            <a:srgbClr val="FF0000"/>
                          </a:highlight>
                          <a:uLnTx/>
                          <a:uFillTx/>
                          <a:latin typeface="+mn-lt"/>
                          <a:ea typeface="Calibri"/>
                          <a:cs typeface="+mn-cs"/>
                        </a:rPr>
                        <a:t>I:  </a:t>
                      </a:r>
                      <a:r>
                        <a:rPr kumimoji="0" lang="fr-FR" altLang="fr-FR" sz="1100" b="0" i="0" u="none" strike="noStrike" kern="1200" cap="none" spc="0" normalizeH="0" baseline="0" dirty="0">
                          <a:ln>
                            <a:noFill/>
                          </a:ln>
                          <a:solidFill>
                            <a:schemeClr val="tx2"/>
                          </a:solidFill>
                          <a:effectLst/>
                          <a:uLnTx/>
                          <a:uFillTx/>
                          <a:latin typeface="+mn-lt"/>
                          <a:ea typeface="Calibri"/>
                          <a:cs typeface="+mn-cs"/>
                        </a:rPr>
                        <a:t>Code Planning &amp; Shift Rotation – T&amp;A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required</a:t>
                      </a:r>
                      <a:endParaRPr kumimoji="0" lang="fr-FR" altLang="fr-FR" sz="1100" b="0" i="0" u="none" strike="noStrike" kern="1200" cap="none" spc="0" normalizeH="0" baseline="0" dirty="0">
                        <a:ln>
                          <a:noFill/>
                        </a:ln>
                        <a:solidFill>
                          <a:schemeClr val="tx2"/>
                        </a:solidFill>
                        <a:effectLst/>
                        <a:uLnTx/>
                        <a:uFillTx/>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100" b="0" i="0" u="none" strike="noStrike" kern="1200" cap="none" spc="0" normalizeH="0" baseline="0" dirty="0">
                          <a:ln>
                            <a:noFill/>
                          </a:ln>
                          <a:solidFill>
                            <a:schemeClr val="bg1"/>
                          </a:solidFill>
                          <a:effectLst/>
                          <a:highlight>
                            <a:srgbClr val="FF0000"/>
                          </a:highlight>
                          <a:uLnTx/>
                          <a:uFillTx/>
                          <a:latin typeface="+mn-lt"/>
                          <a:ea typeface="Calibri"/>
                          <a:cs typeface="+mn-cs"/>
                        </a:rPr>
                        <a:t>I: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Address</a:t>
                      </a:r>
                      <a:r>
                        <a:rPr kumimoji="0" lang="fr-FR" altLang="fr-FR" sz="1100" b="0" i="0" u="none" strike="noStrike" kern="1200" cap="none" spc="0" normalizeH="0" baseline="0" dirty="0">
                          <a:ln>
                            <a:noFill/>
                          </a:ln>
                          <a:solidFill>
                            <a:schemeClr val="tx2"/>
                          </a:solidFill>
                          <a:effectLst/>
                          <a:uLnTx/>
                          <a:uFillTx/>
                          <a:latin typeface="+mn-lt"/>
                          <a:ea typeface="Calibri"/>
                          <a:cs typeface="+mn-cs"/>
                        </a:rPr>
                        <a:t> Fields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Mgmt</a:t>
                      </a:r>
                      <a:r>
                        <a:rPr kumimoji="0" lang="fr-FR" altLang="fr-FR" sz="1100" b="0" i="0" u="none" strike="noStrike" kern="1200" cap="none" spc="0" normalizeH="0" baseline="0" dirty="0">
                          <a:ln>
                            <a:noFill/>
                          </a:ln>
                          <a:solidFill>
                            <a:schemeClr val="tx2"/>
                          </a:solidFill>
                          <a:effectLst/>
                          <a:uLnTx/>
                          <a:uFillTx/>
                          <a:latin typeface="+mn-lt"/>
                          <a:ea typeface="Calibri"/>
                          <a:cs typeface="+mn-cs"/>
                        </a:rPr>
                        <a:t>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between</a:t>
                      </a:r>
                      <a:r>
                        <a:rPr kumimoji="0" lang="fr-FR" altLang="fr-FR" sz="1100" b="0" i="0" u="none" strike="noStrike" kern="1200" cap="none" spc="0" normalizeH="0" baseline="0" dirty="0">
                          <a:ln>
                            <a:noFill/>
                          </a:ln>
                          <a:solidFill>
                            <a:schemeClr val="tx2"/>
                          </a:solidFill>
                          <a:effectLst/>
                          <a:uLnTx/>
                          <a:uFillTx/>
                          <a:latin typeface="+mn-lt"/>
                          <a:ea typeface="Calibri"/>
                          <a:cs typeface="+mn-cs"/>
                        </a:rPr>
                        <a:t> DF and CGD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100" b="0" i="0" u="none" strike="noStrike" kern="1200" cap="none" spc="0" normalizeH="0" baseline="0" dirty="0">
                          <a:ln>
                            <a:noFill/>
                          </a:ln>
                          <a:solidFill>
                            <a:schemeClr val="bg1"/>
                          </a:solidFill>
                          <a:effectLst/>
                          <a:highlight>
                            <a:srgbClr val="FF0000"/>
                          </a:highlight>
                          <a:uLnTx/>
                          <a:uFillTx/>
                          <a:latin typeface="+mn-lt"/>
                          <a:ea typeface="Calibri"/>
                          <a:cs typeface="+mn-cs"/>
                        </a:rPr>
                        <a:t>I:  </a:t>
                      </a:r>
                      <a:r>
                        <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rPr>
                        <a:t>Legal Structure to be adjusted (Defect L1 + </a:t>
                      </a:r>
                      <a:r>
                        <a:rPr kumimoji="0" lang="en-US" altLang="fr-FR" sz="1100" b="0" i="0" u="none" strike="noStrike" kern="1200" cap="none" spc="0" normalizeH="0" baseline="0" dirty="0" err="1">
                          <a:ln>
                            <a:noFill/>
                          </a:ln>
                          <a:solidFill>
                            <a:schemeClr val="tx1"/>
                          </a:solidFill>
                          <a:effectLst/>
                          <a:highlight>
                            <a:srgbClr val="FFFFFF"/>
                          </a:highlight>
                          <a:uLnTx/>
                          <a:uFillTx/>
                          <a:latin typeface="+mn-lt"/>
                          <a:ea typeface="Calibri"/>
                          <a:cs typeface="+mn-cs"/>
                        </a:rPr>
                        <a:t>Montbrison</a:t>
                      </a:r>
                      <a:r>
                        <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rPr>
                        <a:t>)</a:t>
                      </a:r>
                      <a:endParaRPr kumimoji="0" lang="en-US" altLang="fr-FR" sz="1100" b="0" i="0" u="none" strike="noStrike" kern="1200" cap="none" spc="0" normalizeH="0" baseline="0" dirty="0">
                        <a:ln>
                          <a:noFill/>
                        </a:ln>
                        <a:solidFill>
                          <a:schemeClr val="tx1"/>
                        </a:solidFill>
                        <a:effectLst/>
                        <a:uLnTx/>
                        <a:uFillTx/>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fr-FR" sz="1100" b="0" i="0" u="none" strike="noStrike" kern="1200" cap="none" spc="0" normalizeH="0" baseline="0" dirty="0">
                          <a:ln>
                            <a:noFill/>
                          </a:ln>
                          <a:solidFill>
                            <a:schemeClr val="bg1"/>
                          </a:solidFill>
                          <a:effectLst/>
                          <a:highlight>
                            <a:srgbClr val="FF0000"/>
                          </a:highlight>
                          <a:uLnTx/>
                          <a:uFillTx/>
                          <a:latin typeface="+mn-lt"/>
                          <a:ea typeface="Calibri"/>
                          <a:cs typeface="+mn-cs"/>
                        </a:rPr>
                        <a:t>I:  </a:t>
                      </a:r>
                      <a:r>
                        <a:rPr kumimoji="0" lang="en-US" altLang="fr-FR" sz="1100" b="0" i="0" u="none" strike="noStrike" kern="1200" cap="none" spc="0" normalizeH="0" baseline="0" dirty="0">
                          <a:ln>
                            <a:noFill/>
                          </a:ln>
                          <a:solidFill>
                            <a:schemeClr val="tx1"/>
                          </a:solidFill>
                          <a:effectLst/>
                          <a:uLnTx/>
                          <a:uFillTx/>
                          <a:latin typeface="+mn-lt"/>
                          <a:ea typeface="Calibri"/>
                          <a:cs typeface="+mn-cs"/>
                        </a:rPr>
                        <a:t>CEGEDIM waiting for the CR to be signed. 2,5 weeks of delay to test interfaces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fr-FR" sz="1100" b="0" i="0" u="none" strike="noStrike" cap="none" normalizeH="0" baseline="0" dirty="0">
                          <a:ln>
                            <a:noFill/>
                          </a:ln>
                          <a:solidFill>
                            <a:schemeClr val="tx1"/>
                          </a:solidFill>
                          <a:effectLst/>
                          <a:highlight>
                            <a:srgbClr val="FFFF00"/>
                          </a:highlight>
                          <a:ea typeface="Calibri"/>
                        </a:rPr>
                        <a:t>I:  </a:t>
                      </a:r>
                      <a:r>
                        <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rPr>
                        <a:t>Job Title vs Business Title. </a:t>
                      </a:r>
                      <a:r>
                        <a:rPr kumimoji="0" lang="en-US" altLang="fr-FR" sz="1100" b="0" i="0" u="none" strike="noStrike" kern="1200" cap="none" spc="0" normalizeH="0" baseline="0" dirty="0" err="1">
                          <a:ln>
                            <a:noFill/>
                          </a:ln>
                          <a:solidFill>
                            <a:schemeClr val="tx1"/>
                          </a:solidFill>
                          <a:effectLst/>
                          <a:highlight>
                            <a:srgbClr val="FFFFFF"/>
                          </a:highlight>
                          <a:uLnTx/>
                          <a:uFillTx/>
                          <a:latin typeface="+mn-lt"/>
                          <a:ea typeface="Calibri"/>
                          <a:cs typeface="+mn-cs"/>
                        </a:rPr>
                        <a:t>Payslip</a:t>
                      </a:r>
                      <a:r>
                        <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rPr>
                        <a:t> source from Job Title (Support Process)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altLang="fr-FR" sz="1100" b="0" i="0" u="none" strike="noStrike" kern="1200" cap="none" spc="0" normalizeH="0" baseline="0" dirty="0">
                          <a:ln>
                            <a:noFill/>
                          </a:ln>
                          <a:solidFill>
                            <a:schemeClr val="tx1"/>
                          </a:solidFill>
                          <a:effectLst/>
                          <a:highlight>
                            <a:srgbClr val="FFFF00"/>
                          </a:highlight>
                          <a:uLnTx/>
                          <a:uFillTx/>
                          <a:latin typeface="+mn-lt"/>
                          <a:ea typeface="Calibri"/>
                          <a:cs typeface="+mn-cs"/>
                        </a:rPr>
                        <a:t>I:  </a:t>
                      </a:r>
                      <a:r>
                        <a:rPr kumimoji="0" lang="fr-FR" altLang="fr-FR" sz="1100" b="0" i="0" u="none" strike="noStrike" kern="1200" cap="none" spc="0" normalizeH="0" baseline="0" dirty="0">
                          <a:ln>
                            <a:noFill/>
                          </a:ln>
                          <a:solidFill>
                            <a:schemeClr val="tx2"/>
                          </a:solidFill>
                          <a:effectLst/>
                          <a:uLnTx/>
                          <a:uFillTx/>
                          <a:latin typeface="+mn-lt"/>
                          <a:ea typeface="Calibri"/>
                          <a:cs typeface="+mn-cs"/>
                        </a:rPr>
                        <a:t>Standard Field vs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Employee</a:t>
                      </a:r>
                      <a:r>
                        <a:rPr kumimoji="0" lang="fr-FR" altLang="fr-FR" sz="1100" b="0" i="0" u="none" strike="noStrike" kern="1200" cap="none" spc="0" normalizeH="0" baseline="0" dirty="0">
                          <a:ln>
                            <a:noFill/>
                          </a:ln>
                          <a:solidFill>
                            <a:schemeClr val="tx2"/>
                          </a:solidFill>
                          <a:effectLst/>
                          <a:uLnTx/>
                          <a:uFillTx/>
                          <a:latin typeface="+mn-lt"/>
                          <a:ea typeface="Calibri"/>
                          <a:cs typeface="+mn-cs"/>
                        </a:rPr>
                        <a:t>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Properties</a:t>
                      </a:r>
                      <a:r>
                        <a:rPr kumimoji="0" lang="fr-FR" altLang="fr-FR" sz="1100" b="0" i="0" u="none" strike="noStrike" kern="1200" cap="none" spc="0" normalizeH="0" baseline="0" dirty="0">
                          <a:ln>
                            <a:noFill/>
                          </a:ln>
                          <a:solidFill>
                            <a:schemeClr val="tx2"/>
                          </a:solidFill>
                          <a:effectLst/>
                          <a:uLnTx/>
                          <a:uFillTx/>
                          <a:latin typeface="+mn-lt"/>
                          <a:ea typeface="Calibri"/>
                          <a:cs typeface="+mn-cs"/>
                        </a:rPr>
                        <a:t> (</a:t>
                      </a:r>
                      <a:r>
                        <a:rPr kumimoji="0" lang="fr-FR" altLang="fr-FR" sz="1100" b="0" i="0" u="none" strike="noStrike" kern="1200" cap="none" spc="0" normalizeH="0" baseline="0" dirty="0" err="1">
                          <a:ln>
                            <a:noFill/>
                          </a:ln>
                          <a:solidFill>
                            <a:schemeClr val="tx2"/>
                          </a:solidFill>
                          <a:effectLst/>
                          <a:uLnTx/>
                          <a:uFillTx/>
                          <a:latin typeface="+mn-lt"/>
                          <a:ea typeface="Calibri"/>
                          <a:cs typeface="+mn-cs"/>
                        </a:rPr>
                        <a:t>Validate</a:t>
                      </a:r>
                      <a:r>
                        <a:rPr kumimoji="0" lang="fr-FR" altLang="fr-FR" sz="1100" b="0" i="0" u="none" strike="noStrike" kern="1200" cap="none" spc="0" normalizeH="0" baseline="0" dirty="0">
                          <a:ln>
                            <a:noFill/>
                          </a:ln>
                          <a:solidFill>
                            <a:schemeClr val="tx2"/>
                          </a:solidFill>
                          <a:effectLst/>
                          <a:uLnTx/>
                          <a:uFillTx/>
                          <a:latin typeface="+mn-lt"/>
                          <a:ea typeface="Calibri"/>
                          <a:cs typeface="+mn-cs"/>
                        </a:rPr>
                        <a:t> PT solutions)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fr-FR" sz="1100" b="0" i="0" u="none" strike="noStrike" kern="1200" cap="none" spc="0" normalizeH="0" baseline="0" dirty="0">
                        <a:ln>
                          <a:noFill/>
                        </a:ln>
                        <a:solidFill>
                          <a:schemeClr val="tx1"/>
                        </a:solidFill>
                        <a:effectLst/>
                        <a:highlight>
                          <a:srgbClr val="FFFFFF"/>
                        </a:highlight>
                        <a:uLnTx/>
                        <a:uFillTx/>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fr-FR" sz="1100" b="0" i="0" u="none" strike="noStrike" kern="1200" cap="none" spc="0" normalizeH="0" baseline="0" noProof="0" dirty="0">
                          <a:ln>
                            <a:noFill/>
                          </a:ln>
                          <a:solidFill>
                            <a:schemeClr val="tx1"/>
                          </a:solidFill>
                          <a:effectLst/>
                          <a:highlight>
                            <a:srgbClr val="FFFF00"/>
                          </a:highlight>
                          <a:uLnTx/>
                          <a:uFillTx/>
                          <a:latin typeface="+mn-lt"/>
                          <a:ea typeface="Calibri"/>
                          <a:cs typeface="+mn-cs"/>
                        </a:rPr>
                        <a:t>R: </a:t>
                      </a:r>
                      <a:r>
                        <a:rPr kumimoji="0" lang="en-US" altLang="fr-FR" sz="1100" b="0" i="0" u="none" strike="noStrike" kern="1200" cap="none" spc="0" normalizeH="0" baseline="0" noProof="0" dirty="0" err="1">
                          <a:ln>
                            <a:noFill/>
                          </a:ln>
                          <a:solidFill>
                            <a:schemeClr val="tx1"/>
                          </a:solidFill>
                          <a:effectLst/>
                          <a:highlight>
                            <a:srgbClr val="FFFFFF"/>
                          </a:highlight>
                          <a:uLnTx/>
                          <a:uFillTx/>
                          <a:latin typeface="+mn-lt"/>
                          <a:ea typeface="Calibri"/>
                          <a:cs typeface="+mn-cs"/>
                        </a:rPr>
                        <a:t>DayForce</a:t>
                      </a:r>
                      <a:r>
                        <a:rPr kumimoji="0" lang="en-US" altLang="fr-FR" sz="1100" b="0" i="0" u="none" strike="noStrike" kern="1200" cap="none" spc="0" normalizeH="0" baseline="0" noProof="0" dirty="0">
                          <a:ln>
                            <a:noFill/>
                          </a:ln>
                          <a:solidFill>
                            <a:schemeClr val="tx1"/>
                          </a:solidFill>
                          <a:effectLst/>
                          <a:highlight>
                            <a:srgbClr val="FFFFFF"/>
                          </a:highlight>
                          <a:uLnTx/>
                          <a:uFillTx/>
                          <a:latin typeface="+mn-lt"/>
                          <a:ea typeface="Calibri"/>
                          <a:cs typeface="+mn-cs"/>
                        </a:rPr>
                        <a:t> DM for </a:t>
                      </a:r>
                      <a:r>
                        <a:rPr kumimoji="0" lang="en-US" altLang="fr-FR" sz="1100" b="0" i="0" u="none" strike="noStrike" kern="1200" cap="none" spc="0" normalizeH="0" baseline="0" noProof="0" dirty="0" err="1">
                          <a:ln>
                            <a:noFill/>
                          </a:ln>
                          <a:solidFill>
                            <a:schemeClr val="tx1"/>
                          </a:solidFill>
                          <a:effectLst/>
                          <a:highlight>
                            <a:srgbClr val="FFFFFF"/>
                          </a:highlight>
                          <a:uLnTx/>
                          <a:uFillTx/>
                          <a:latin typeface="+mn-lt"/>
                          <a:ea typeface="Calibri"/>
                          <a:cs typeface="+mn-cs"/>
                        </a:rPr>
                        <a:t>payslips</a:t>
                      </a:r>
                      <a:r>
                        <a:rPr kumimoji="0" lang="en-US" altLang="fr-FR" sz="1100" b="0" i="0" u="none" strike="noStrike" kern="1200" cap="none" spc="0" normalizeH="0" baseline="0" noProof="0" dirty="0">
                          <a:ln>
                            <a:noFill/>
                          </a:ln>
                          <a:solidFill>
                            <a:schemeClr val="tx1"/>
                          </a:solidFill>
                          <a:effectLst/>
                          <a:highlight>
                            <a:srgbClr val="FFFFFF"/>
                          </a:highlight>
                          <a:uLnTx/>
                          <a:uFillTx/>
                          <a:latin typeface="+mn-lt"/>
                          <a:ea typeface="Calibri"/>
                          <a:cs typeface="+mn-cs"/>
                        </a:rPr>
                        <a:t> (</a:t>
                      </a:r>
                      <a:r>
                        <a:rPr kumimoji="0" lang="en-US" altLang="fr-FR" sz="1100" b="0" i="0" u="none" strike="noStrike" kern="1200" cap="none" spc="0" normalizeH="0" baseline="0" noProof="0" dirty="0" err="1">
                          <a:ln>
                            <a:noFill/>
                          </a:ln>
                          <a:solidFill>
                            <a:schemeClr val="tx1"/>
                          </a:solidFill>
                          <a:effectLst/>
                          <a:highlight>
                            <a:srgbClr val="FFFFFF"/>
                          </a:highlight>
                          <a:uLnTx/>
                          <a:uFillTx/>
                          <a:latin typeface="+mn-lt"/>
                          <a:ea typeface="Calibri"/>
                          <a:cs typeface="+mn-cs"/>
                        </a:rPr>
                        <a:t>Arkevia</a:t>
                      </a:r>
                      <a:r>
                        <a:rPr kumimoji="0" lang="en-US" altLang="fr-FR" sz="1100" b="0" i="0" u="none" strike="noStrike" kern="1200" cap="none" spc="0" normalizeH="0" baseline="0" noProof="0" dirty="0">
                          <a:ln>
                            <a:noFill/>
                          </a:ln>
                          <a:solidFill>
                            <a:schemeClr val="tx1"/>
                          </a:solidFill>
                          <a:effectLst/>
                          <a:highlight>
                            <a:srgbClr val="FFFFFF"/>
                          </a:highlight>
                          <a:uLnTx/>
                          <a:uFillTx/>
                          <a:latin typeface="+mn-lt"/>
                          <a:ea typeface="Calibri"/>
                          <a:cs typeface="+mn-cs"/>
                        </a:rPr>
                        <a:t>/</a:t>
                      </a:r>
                      <a:r>
                        <a:rPr kumimoji="0" lang="en-US" altLang="fr-FR" sz="1100" b="0" i="0" u="none" strike="noStrike" kern="1200" cap="none" spc="0" normalizeH="0" baseline="0" noProof="0" dirty="0" err="1">
                          <a:ln>
                            <a:noFill/>
                          </a:ln>
                          <a:solidFill>
                            <a:schemeClr val="tx1"/>
                          </a:solidFill>
                          <a:effectLst/>
                          <a:highlight>
                            <a:srgbClr val="FFFFFF"/>
                          </a:highlight>
                          <a:uLnTx/>
                          <a:uFillTx/>
                          <a:latin typeface="+mn-lt"/>
                          <a:ea typeface="Calibri"/>
                          <a:cs typeface="+mn-cs"/>
                        </a:rPr>
                        <a:t>PeopleDoc</a:t>
                      </a:r>
                      <a:r>
                        <a:rPr kumimoji="0" lang="en-US" altLang="fr-FR" sz="1100" b="0" i="0" u="none" strike="noStrike" kern="1200" cap="none" spc="0" normalizeH="0" baseline="0" noProof="0" dirty="0">
                          <a:ln>
                            <a:noFill/>
                          </a:ln>
                          <a:solidFill>
                            <a:schemeClr val="tx1"/>
                          </a:solidFill>
                          <a:effectLst/>
                          <a:highlight>
                            <a:srgbClr val="FFFFFF"/>
                          </a:highlight>
                          <a:uLnTx/>
                          <a:uFillTx/>
                          <a:latin typeface="+mn-lt"/>
                          <a:ea typeface="Calibri"/>
                          <a:cs typeface="+mn-cs"/>
                        </a:rPr>
                        <a:t> selection process) </a:t>
                      </a:r>
                      <a:endParaRPr kumimoji="0" lang="en-US" altLang="fr-FR" sz="1100" b="0" i="0" u="none" strike="noStrike" kern="1200" cap="none" spc="0" normalizeH="0" baseline="0" noProof="0" dirty="0">
                        <a:ln>
                          <a:noFill/>
                        </a:ln>
                        <a:solidFill>
                          <a:srgbClr val="44546A"/>
                        </a:solidFill>
                        <a:effectLst/>
                        <a:uLnTx/>
                        <a:uFillTx/>
                        <a:latin typeface="+mn-lt"/>
                        <a:ea typeface="Calibri"/>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Nitin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Nitin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Véronique</a:t>
                      </a: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Nitin/Chris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sz="1100" b="0" i="0" u="none" strike="noStrike" kern="1200" cap="none" normalizeH="0" baseline="0" noProof="0" dirty="0">
                        <a:ln>
                          <a:noFill/>
                        </a:ln>
                        <a:solidFill>
                          <a:srgbClr val="44546A"/>
                        </a:solidFill>
                        <a:effectLst/>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Anne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Ian 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sz="1100" b="0" i="0" u="none" strike="noStrike" kern="1200" cap="none" normalizeH="0" baseline="0" noProof="0" dirty="0">
                        <a:ln>
                          <a:noFill/>
                        </a:ln>
                        <a:solidFill>
                          <a:srgbClr val="44546A"/>
                        </a:solidFill>
                        <a:effectLst/>
                        <a:latin typeface="+mn-lt"/>
                        <a:ea typeface="Calibri"/>
                        <a:cs typeface="+mn-c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CA" sz="1100" b="0" i="0" u="none" strike="noStrike" kern="1200" cap="none" normalizeH="0" baseline="0" noProof="0" dirty="0">
                          <a:ln>
                            <a:noFill/>
                          </a:ln>
                          <a:solidFill>
                            <a:srgbClr val="44546A"/>
                          </a:solidFill>
                          <a:effectLst/>
                          <a:latin typeface="+mn-lt"/>
                          <a:ea typeface="Calibri"/>
                          <a:cs typeface="+mn-cs"/>
                        </a:rPr>
                        <a:t>Daniel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812399"/>
                  </a:ext>
                </a:extLst>
              </a:tr>
            </a:tbl>
          </a:graphicData>
        </a:graphic>
      </p:graphicFrame>
      <p:graphicFrame>
        <p:nvGraphicFramePr>
          <p:cNvPr id="26" name="Table 25">
            <a:extLst>
              <a:ext uri="{FF2B5EF4-FFF2-40B4-BE49-F238E27FC236}">
                <a16:creationId xmlns:a16="http://schemas.microsoft.com/office/drawing/2014/main" id="{C66FC770-2927-4E84-9346-9E12082DE243}"/>
              </a:ext>
            </a:extLst>
          </p:cNvPr>
          <p:cNvGraphicFramePr>
            <a:graphicFrameLocks noGrp="1"/>
          </p:cNvGraphicFramePr>
          <p:nvPr>
            <p:custDataLst>
              <p:tags r:id="rId2"/>
            </p:custDataLst>
          </p:nvPr>
        </p:nvGraphicFramePr>
        <p:xfrm>
          <a:off x="200989" y="2251318"/>
          <a:ext cx="3640627" cy="1664623"/>
        </p:xfrm>
        <a:graphic>
          <a:graphicData uri="http://schemas.openxmlformats.org/drawingml/2006/table">
            <a:tbl>
              <a:tblPr firstRow="1" bandRow="1">
                <a:tableStyleId>{5C22544A-7EE6-4342-B048-85BDC9FD1C3A}</a:tableStyleId>
              </a:tblPr>
              <a:tblGrid>
                <a:gridCol w="3640627">
                  <a:extLst>
                    <a:ext uri="{9D8B030D-6E8A-4147-A177-3AD203B41FA5}">
                      <a16:colId xmlns:a16="http://schemas.microsoft.com/office/drawing/2014/main" val="1035503382"/>
                    </a:ext>
                  </a:extLst>
                </a:gridCol>
              </a:tblGrid>
              <a:tr h="3006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H" sz="1100" noProof="0">
                          <a:solidFill>
                            <a:schemeClr val="tx1"/>
                          </a:solidFill>
                        </a:rPr>
                        <a:t>Last Period Achievements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29766605"/>
                  </a:ext>
                </a:extLst>
              </a:tr>
              <a:tr h="1240155">
                <a:tc>
                  <a:txBody>
                    <a:bodyPr/>
                    <a:lstStyle/>
                    <a:p>
                      <a:pPr marL="171450" indent="-171450">
                        <a:buFont typeface="Arial"/>
                        <a:buChar char="•"/>
                      </a:pPr>
                      <a:r>
                        <a:rPr lang="en-CA" sz="1050" noProof="0" dirty="0">
                          <a:solidFill>
                            <a:schemeClr val="tx1"/>
                          </a:solidFill>
                        </a:rPr>
                        <a:t>Conducted alignment meeting on open issues</a:t>
                      </a:r>
                    </a:p>
                    <a:p>
                      <a:pPr marL="171450" indent="-171450">
                        <a:buFont typeface="Arial"/>
                        <a:buChar char="•"/>
                      </a:pPr>
                      <a:r>
                        <a:rPr lang="en-CA" sz="1050" kern="1200" noProof="0" dirty="0">
                          <a:solidFill>
                            <a:schemeClr val="tx1"/>
                          </a:solidFill>
                          <a:latin typeface="+mn-lt"/>
                          <a:ea typeface="+mn-ea"/>
                          <a:cs typeface="+mn-cs"/>
                        </a:rPr>
                        <a:t>Confirm </a:t>
                      </a:r>
                      <a:r>
                        <a:rPr lang="en-CA" sz="1050" kern="1200" noProof="0" dirty="0" err="1">
                          <a:solidFill>
                            <a:schemeClr val="tx1"/>
                          </a:solidFill>
                          <a:latin typeface="+mn-lt"/>
                          <a:ea typeface="+mn-ea"/>
                          <a:cs typeface="+mn-cs"/>
                        </a:rPr>
                        <a:t>Coffre</a:t>
                      </a:r>
                      <a:r>
                        <a:rPr lang="en-CA" sz="1050" kern="1200" noProof="0" dirty="0">
                          <a:solidFill>
                            <a:schemeClr val="tx1"/>
                          </a:solidFill>
                          <a:latin typeface="+mn-lt"/>
                          <a:ea typeface="+mn-ea"/>
                          <a:cs typeface="+mn-cs"/>
                        </a:rPr>
                        <a:t>-Fort selection process (criteria / </a:t>
                      </a:r>
                      <a:r>
                        <a:rPr lang="en-CA" sz="1050" kern="1200" noProof="0" dirty="0" err="1">
                          <a:solidFill>
                            <a:schemeClr val="tx1"/>
                          </a:solidFill>
                          <a:latin typeface="+mn-lt"/>
                          <a:ea typeface="+mn-ea"/>
                          <a:cs typeface="+mn-cs"/>
                        </a:rPr>
                        <a:t>equipiers</a:t>
                      </a:r>
                      <a:r>
                        <a:rPr lang="en-CA" sz="1050" kern="1200" noProof="0" dirty="0">
                          <a:solidFill>
                            <a:schemeClr val="tx1"/>
                          </a:solidFill>
                          <a:latin typeface="+mn-lt"/>
                          <a:ea typeface="+mn-ea"/>
                          <a:cs typeface="+mn-cs"/>
                        </a:rPr>
                        <a:t>)</a:t>
                      </a:r>
                    </a:p>
                    <a:p>
                      <a:pPr marL="171450" indent="-171450">
                        <a:buFont typeface="Arial"/>
                        <a:buChar char="•"/>
                      </a:pPr>
                      <a:r>
                        <a:rPr lang="en-CA" sz="1050" kern="1200" noProof="0" dirty="0">
                          <a:solidFill>
                            <a:schemeClr val="tx1"/>
                          </a:solidFill>
                          <a:latin typeface="+mn-lt"/>
                          <a:ea typeface="+mn-ea"/>
                          <a:cs typeface="+mn-cs"/>
                        </a:rPr>
                        <a:t>Work on detailed PT resource capacity planning</a:t>
                      </a:r>
                    </a:p>
                    <a:p>
                      <a:pPr marL="171450" indent="-171450">
                        <a:buFont typeface="Arial"/>
                        <a:buChar char="•"/>
                      </a:pPr>
                      <a:r>
                        <a:rPr lang="en-CA" sz="1050" kern="1200" noProof="0" dirty="0">
                          <a:solidFill>
                            <a:schemeClr val="tx1"/>
                          </a:solidFill>
                          <a:latin typeface="+mn-lt"/>
                          <a:ea typeface="+mn-ea"/>
                          <a:cs typeface="+mn-cs"/>
                        </a:rPr>
                        <a:t>Org. Structure update in progress</a:t>
                      </a:r>
                    </a:p>
                    <a:p>
                      <a:pPr marL="171450" indent="-171450">
                        <a:buFont typeface="Arial"/>
                        <a:buChar char="•"/>
                      </a:pPr>
                      <a:r>
                        <a:rPr lang="en-CA" sz="1050" kern="1200" noProof="0" dirty="0">
                          <a:solidFill>
                            <a:schemeClr val="tx1"/>
                          </a:solidFill>
                          <a:latin typeface="+mn-lt"/>
                          <a:ea typeface="+mn-ea"/>
                          <a:cs typeface="+mn-cs"/>
                        </a:rPr>
                        <a:t>Integrate Nitin’s backup to TMM (Chris)</a:t>
                      </a:r>
                    </a:p>
                    <a:p>
                      <a:pPr marL="171450" indent="-171450">
                        <a:buFont typeface="Arial"/>
                        <a:buChar char="•"/>
                      </a:pPr>
                      <a:r>
                        <a:rPr lang="en-CA" sz="1050" kern="1200" noProof="0" dirty="0">
                          <a:solidFill>
                            <a:schemeClr val="tx1"/>
                          </a:solidFill>
                          <a:latin typeface="+mn-lt"/>
                          <a:ea typeface="+mn-ea"/>
                          <a:cs typeface="+mn-cs"/>
                        </a:rPr>
                        <a:t>Train Strategy and TMM Rep onboarded.</a:t>
                      </a:r>
                    </a:p>
                    <a:p>
                      <a:pPr marL="171450" indent="-171450">
                        <a:buFont typeface="Arial"/>
                        <a:buChar char="•"/>
                      </a:pPr>
                      <a:endParaRPr lang="en-CA" sz="1000" b="1" kern="1200" noProof="0" dirty="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812399"/>
                  </a:ext>
                </a:extLst>
              </a:tr>
            </a:tbl>
          </a:graphicData>
        </a:graphic>
      </p:graphicFrame>
      <p:graphicFrame>
        <p:nvGraphicFramePr>
          <p:cNvPr id="27" name="Table 26">
            <a:extLst>
              <a:ext uri="{FF2B5EF4-FFF2-40B4-BE49-F238E27FC236}">
                <a16:creationId xmlns:a16="http://schemas.microsoft.com/office/drawing/2014/main" id="{E9D52DFD-E10A-4956-A774-47E693A49113}"/>
              </a:ext>
            </a:extLst>
          </p:cNvPr>
          <p:cNvGraphicFramePr>
            <a:graphicFrameLocks noGrp="1"/>
          </p:cNvGraphicFramePr>
          <p:nvPr>
            <p:custDataLst>
              <p:tags r:id="rId3"/>
            </p:custDataLst>
          </p:nvPr>
        </p:nvGraphicFramePr>
        <p:xfrm>
          <a:off x="9448800" y="929360"/>
          <a:ext cx="2527805" cy="1208010"/>
        </p:xfrm>
        <a:graphic>
          <a:graphicData uri="http://schemas.openxmlformats.org/drawingml/2006/table">
            <a:tbl>
              <a:tblPr>
                <a:tableStyleId>{5C22544A-7EE6-4342-B048-85BDC9FD1C3A}</a:tableStyleId>
              </a:tblPr>
              <a:tblGrid>
                <a:gridCol w="1047523">
                  <a:extLst>
                    <a:ext uri="{9D8B030D-6E8A-4147-A177-3AD203B41FA5}">
                      <a16:colId xmlns:a16="http://schemas.microsoft.com/office/drawing/2014/main" val="3050330628"/>
                    </a:ext>
                  </a:extLst>
                </a:gridCol>
                <a:gridCol w="793580">
                  <a:extLst>
                    <a:ext uri="{9D8B030D-6E8A-4147-A177-3AD203B41FA5}">
                      <a16:colId xmlns:a16="http://schemas.microsoft.com/office/drawing/2014/main" val="2600389171"/>
                    </a:ext>
                  </a:extLst>
                </a:gridCol>
                <a:gridCol w="686702">
                  <a:extLst>
                    <a:ext uri="{9D8B030D-6E8A-4147-A177-3AD203B41FA5}">
                      <a16:colId xmlns:a16="http://schemas.microsoft.com/office/drawing/2014/main" val="4095260266"/>
                    </a:ext>
                  </a:extLst>
                </a:gridCol>
              </a:tblGrid>
              <a:tr h="236460">
                <a:tc>
                  <a:txBody>
                    <a:bodyPr/>
                    <a:lstStyle/>
                    <a:p>
                      <a:pPr algn="ctr" fontAlgn="b"/>
                      <a:r>
                        <a:rPr lang="en-CA" sz="1100" b="0" i="0" u="none" strike="noStrike" dirty="0">
                          <a:solidFill>
                            <a:schemeClr val="tx1"/>
                          </a:solidFill>
                          <a:effectLst/>
                          <a:latin typeface="Axiforma"/>
                        </a:rPr>
                        <a:t>KPIs</a:t>
                      </a: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CA" sz="1100" b="0" i="0" u="none" strike="noStrike" dirty="0">
                          <a:solidFill>
                            <a:schemeClr val="tx1"/>
                          </a:solidFill>
                          <a:effectLst/>
                          <a:latin typeface="Axiforma"/>
                        </a:rPr>
                        <a:t>P. Week</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CA" sz="1100" b="0" i="0" u="none" strike="noStrike" dirty="0">
                          <a:solidFill>
                            <a:schemeClr val="tx1"/>
                          </a:solidFill>
                          <a:effectLst/>
                          <a:latin typeface="Axiforma"/>
                        </a:rPr>
                        <a:t>Today</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77148740"/>
                  </a:ext>
                </a:extLst>
              </a:tr>
              <a:tr h="140746">
                <a:tc>
                  <a:txBody>
                    <a:bodyPr/>
                    <a:lstStyle/>
                    <a:p>
                      <a:pPr algn="r" fontAlgn="b"/>
                      <a:r>
                        <a:rPr lang="fr-CA" sz="1000" b="0" i="0" u="none" strike="noStrike" dirty="0">
                          <a:solidFill>
                            <a:schemeClr val="tx1"/>
                          </a:solidFill>
                          <a:effectLst/>
                          <a:latin typeface="Axiforma"/>
                        </a:rPr>
                        <a:t>C</a:t>
                      </a:r>
                      <a:r>
                        <a:rPr lang="en-CA" sz="1000" b="0" i="0" u="none" strike="noStrike" dirty="0">
                          <a:solidFill>
                            <a:schemeClr val="tx1"/>
                          </a:solidFill>
                          <a:effectLst/>
                          <a:latin typeface="Axiforma"/>
                        </a:rPr>
                        <a:t>OST</a:t>
                      </a: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panose="00000500000000000000" pitchFamily="50" charset="0"/>
                        </a:rPr>
                        <a:t>Y</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b"/>
                      <a:r>
                        <a:rPr lang="en-CA" sz="1000" b="0" i="0" u="none" strike="noStrike" dirty="0">
                          <a:solidFill>
                            <a:schemeClr val="tx1"/>
                          </a:solidFill>
                          <a:effectLst/>
                          <a:latin typeface="Axiforma" panose="00000500000000000000" pitchFamily="50" charset="0"/>
                        </a:rPr>
                        <a:t>Y</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190600613"/>
                  </a:ext>
                </a:extLst>
              </a:tr>
              <a:tr h="144452">
                <a:tc>
                  <a:txBody>
                    <a:bodyPr/>
                    <a:lstStyle/>
                    <a:p>
                      <a:pPr algn="r" fontAlgn="b"/>
                      <a:r>
                        <a:rPr lang="fr-CA" sz="1000" b="0" i="0" u="none" strike="noStrike" dirty="0">
                          <a:solidFill>
                            <a:schemeClr val="tx1"/>
                          </a:solidFill>
                          <a:effectLst/>
                          <a:latin typeface="Axiforma"/>
                        </a:rPr>
                        <a:t>SCOPE</a:t>
                      </a:r>
                      <a:endParaRPr lang="en-CA" sz="1000" b="0" i="0" u="none" strike="noStrike" dirty="0">
                        <a:solidFill>
                          <a:schemeClr val="tx1"/>
                        </a:solidFill>
                        <a:effectLst/>
                        <a:latin typeface="Axiforma"/>
                      </a:endParaRP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panose="00000500000000000000" pitchFamily="50" charset="0"/>
                        </a:rPr>
                        <a:t>R</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tc>
                  <a:txBody>
                    <a:bodyPr/>
                    <a:lstStyle/>
                    <a:p>
                      <a:pPr algn="ctr" fontAlgn="b"/>
                      <a:r>
                        <a:rPr lang="en-CA" sz="1000" b="0" i="0" u="none" strike="noStrike" dirty="0">
                          <a:solidFill>
                            <a:schemeClr val="tx1"/>
                          </a:solidFill>
                          <a:effectLst/>
                          <a:latin typeface="Axiforma" panose="00000500000000000000" pitchFamily="50" charset="0"/>
                        </a:rPr>
                        <a:t>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46817235"/>
                  </a:ext>
                </a:extLst>
              </a:tr>
              <a:tr h="144452">
                <a:tc>
                  <a:txBody>
                    <a:bodyPr/>
                    <a:lstStyle/>
                    <a:p>
                      <a:pPr algn="r" fontAlgn="b"/>
                      <a:r>
                        <a:rPr lang="fr-CA" sz="1000" b="0" i="0" u="none" strike="noStrike" dirty="0">
                          <a:solidFill>
                            <a:schemeClr val="tx1"/>
                          </a:solidFill>
                          <a:effectLst/>
                          <a:latin typeface="Axiforma"/>
                        </a:rPr>
                        <a:t>SCHEDULE</a:t>
                      </a:r>
                      <a:endParaRPr lang="en-CA" sz="1000" b="0" i="0" u="none" strike="noStrike" dirty="0">
                        <a:solidFill>
                          <a:schemeClr val="tx1"/>
                        </a:solidFill>
                        <a:effectLst/>
                        <a:latin typeface="Axiforma"/>
                      </a:endParaRP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a:rPr>
                        <a:t>R</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tc>
                  <a:txBody>
                    <a:bodyPr/>
                    <a:lstStyle/>
                    <a:p>
                      <a:pPr algn="ctr" fontAlgn="b"/>
                      <a:r>
                        <a:rPr lang="en-CA" sz="1000" b="0" i="0" u="none" strike="noStrike" dirty="0">
                          <a:solidFill>
                            <a:schemeClr val="tx1"/>
                          </a:solidFill>
                          <a:effectLst/>
                          <a:latin typeface="Axiforma" panose="00000500000000000000" pitchFamily="50" charset="0"/>
                        </a:rPr>
                        <a:t>R</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633789073"/>
                  </a:ext>
                </a:extLst>
              </a:tr>
              <a:tr h="144452">
                <a:tc>
                  <a:txBody>
                    <a:bodyPr/>
                    <a:lstStyle/>
                    <a:p>
                      <a:pPr algn="r" fontAlgn="b"/>
                      <a:r>
                        <a:rPr lang="fr-CA" sz="1000" b="0" i="0" u="none" strike="noStrike" dirty="0">
                          <a:solidFill>
                            <a:schemeClr val="tx1"/>
                          </a:solidFill>
                          <a:effectLst/>
                          <a:latin typeface="Axiforma"/>
                        </a:rPr>
                        <a:t>RESOURCES</a:t>
                      </a:r>
                      <a:endParaRPr lang="en-CA" sz="1000" b="0" i="0" u="none" strike="noStrike" dirty="0">
                        <a:solidFill>
                          <a:schemeClr val="tx1"/>
                        </a:solidFill>
                        <a:effectLst/>
                        <a:latin typeface="Axiforma"/>
                      </a:endParaRP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a:rPr>
                        <a:t>Y</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tc>
                  <a:txBody>
                    <a:bodyPr/>
                    <a:lstStyle/>
                    <a:p>
                      <a:pPr algn="ctr" fontAlgn="b"/>
                      <a:r>
                        <a:rPr lang="en-CA" sz="1000" b="0" i="0" u="none" strike="noStrike" dirty="0">
                          <a:solidFill>
                            <a:schemeClr val="tx1"/>
                          </a:solidFill>
                          <a:effectLst/>
                          <a:latin typeface="Axiforma" panose="00000500000000000000" pitchFamily="50" charset="0"/>
                        </a:rPr>
                        <a:t>Y</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303529504"/>
                  </a:ext>
                </a:extLst>
              </a:tr>
              <a:tr h="81955">
                <a:tc>
                  <a:txBody>
                    <a:bodyPr/>
                    <a:lstStyle/>
                    <a:p>
                      <a:pPr algn="r" fontAlgn="b"/>
                      <a:r>
                        <a:rPr lang="en-CA" sz="1000" b="0" i="0" u="none" strike="noStrike" dirty="0">
                          <a:solidFill>
                            <a:schemeClr val="tx1"/>
                          </a:solidFill>
                          <a:effectLst/>
                          <a:latin typeface="Axiforma"/>
                        </a:rPr>
                        <a:t>RISK</a:t>
                      </a: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a:rPr>
                        <a:t>R</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tc>
                  <a:txBody>
                    <a:bodyPr/>
                    <a:lstStyle/>
                    <a:p>
                      <a:pPr algn="ctr" fontAlgn="b"/>
                      <a:r>
                        <a:rPr lang="en-CA" sz="1000" b="0" i="0" u="none" strike="noStrike" dirty="0">
                          <a:solidFill>
                            <a:schemeClr val="tx1"/>
                          </a:solidFill>
                          <a:effectLst/>
                          <a:latin typeface="Axiforma"/>
                        </a:rPr>
                        <a:t>R</a:t>
                      </a:r>
                      <a:endParaRPr lang="en-CA" sz="1000" b="0" i="0" u="none" strike="noStrike" dirty="0">
                        <a:solidFill>
                          <a:schemeClr val="tx1"/>
                        </a:solidFill>
                        <a:effectLst/>
                        <a:latin typeface="Axiforma" panose="00000500000000000000" pitchFamily="50" charset="0"/>
                      </a:endParaRP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417088232"/>
                  </a:ext>
                </a:extLst>
              </a:tr>
              <a:tr h="159732">
                <a:tc>
                  <a:txBody>
                    <a:bodyPr/>
                    <a:lstStyle/>
                    <a:p>
                      <a:pPr algn="r" fontAlgn="b"/>
                      <a:r>
                        <a:rPr lang="en-CA" sz="1000" b="0" i="0" u="none" strike="noStrike" dirty="0">
                          <a:solidFill>
                            <a:schemeClr val="tx1"/>
                          </a:solidFill>
                          <a:effectLst/>
                          <a:latin typeface="Axiforma"/>
                        </a:rPr>
                        <a:t>TRANSITION</a:t>
                      </a:r>
                    </a:p>
                  </a:txBody>
                  <a:tcPr marL="9525" marR="9525" marT="9525" marB="0" anchor="ctr">
                    <a:lnL w="6350" cap="flat" cmpd="sng" algn="ctr">
                      <a:solidFill>
                        <a:schemeClr val="tx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r>
                        <a:rPr lang="en-CA" sz="1000" b="0" i="0" u="none" strike="noStrike" dirty="0">
                          <a:solidFill>
                            <a:schemeClr val="tx1"/>
                          </a:solidFill>
                          <a:effectLst/>
                          <a:latin typeface="Axiforma"/>
                        </a:rPr>
                        <a:t>G</a:t>
                      </a:r>
                    </a:p>
                  </a:txBody>
                  <a:tcPr marL="9525" marR="9525" marT="9525" marB="0"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tc>
                  <a:txBody>
                    <a:bodyPr/>
                    <a:lstStyle/>
                    <a:p>
                      <a:pPr algn="ctr" fontAlgn="b"/>
                      <a:r>
                        <a:rPr lang="en-CA" sz="1000" b="0" i="0" u="none" strike="noStrike" dirty="0">
                          <a:solidFill>
                            <a:schemeClr val="tx1"/>
                          </a:solidFill>
                          <a:effectLst/>
                          <a:latin typeface="Axiforma" panose="00000500000000000000" pitchFamily="50" charset="0"/>
                        </a:rPr>
                        <a:t>G</a:t>
                      </a:r>
                    </a:p>
                  </a:txBody>
                  <a:tcPr marL="9525" marR="9525" marT="9525" marB="0" anchor="ctr">
                    <a:lnL w="7620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727585772"/>
                  </a:ext>
                </a:extLst>
              </a:tr>
            </a:tbl>
          </a:graphicData>
        </a:graphic>
      </p:graphicFrame>
      <p:sp>
        <p:nvSpPr>
          <p:cNvPr id="12" name="Title 1">
            <a:extLst>
              <a:ext uri="{FF2B5EF4-FFF2-40B4-BE49-F238E27FC236}">
                <a16:creationId xmlns:a16="http://schemas.microsoft.com/office/drawing/2014/main" id="{B20EE51A-4C08-E616-E9E2-71345264FF22}"/>
              </a:ext>
            </a:extLst>
          </p:cNvPr>
          <p:cNvSpPr txBox="1">
            <a:spLocks/>
          </p:cNvSpPr>
          <p:nvPr/>
        </p:nvSpPr>
        <p:spPr>
          <a:xfrm>
            <a:off x="217219" y="84953"/>
            <a:ext cx="4770225" cy="7317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defTabSz="914354"/>
            <a:r>
              <a:rPr lang="en-CA" sz="2200" dirty="0">
                <a:solidFill>
                  <a:srgbClr val="41B6E6"/>
                </a:solidFill>
                <a:latin typeface="Axiforma Black"/>
                <a:sym typeface="Arial"/>
              </a:rPr>
              <a:t>Project Weekly Status</a:t>
            </a:r>
          </a:p>
          <a:p>
            <a:pPr defTabSz="914354"/>
            <a:r>
              <a:rPr lang="en-CA" sz="2200" dirty="0">
                <a:solidFill>
                  <a:srgbClr val="041E42"/>
                </a:solidFill>
                <a:latin typeface="Axiforma Black"/>
                <a:sym typeface="Arial"/>
              </a:rPr>
              <a:t>       [Project Name]</a:t>
            </a:r>
          </a:p>
        </p:txBody>
      </p:sp>
      <p:graphicFrame>
        <p:nvGraphicFramePr>
          <p:cNvPr id="8" name="Table 7">
            <a:extLst>
              <a:ext uri="{FF2B5EF4-FFF2-40B4-BE49-F238E27FC236}">
                <a16:creationId xmlns:a16="http://schemas.microsoft.com/office/drawing/2014/main" id="{44839156-3432-0FE8-5222-644355BD90C6}"/>
              </a:ext>
            </a:extLst>
          </p:cNvPr>
          <p:cNvGraphicFramePr>
            <a:graphicFrameLocks noGrp="1"/>
          </p:cNvGraphicFramePr>
          <p:nvPr>
            <p:custDataLst>
              <p:tags r:id="rId4"/>
            </p:custDataLst>
          </p:nvPr>
        </p:nvGraphicFramePr>
        <p:xfrm>
          <a:off x="214044" y="933235"/>
          <a:ext cx="9091881" cy="1237811"/>
        </p:xfrm>
        <a:graphic>
          <a:graphicData uri="http://schemas.openxmlformats.org/drawingml/2006/table">
            <a:tbl>
              <a:tblPr firstRow="1" bandRow="1">
                <a:tableStyleId>{5C22544A-7EE6-4342-B048-85BDC9FD1C3A}</a:tableStyleId>
              </a:tblPr>
              <a:tblGrid>
                <a:gridCol w="9091881">
                  <a:extLst>
                    <a:ext uri="{9D8B030D-6E8A-4147-A177-3AD203B41FA5}">
                      <a16:colId xmlns:a16="http://schemas.microsoft.com/office/drawing/2014/main" val="1035503382"/>
                    </a:ext>
                  </a:extLst>
                </a:gridCol>
              </a:tblGrid>
              <a:tr h="273597">
                <a:tc>
                  <a:txBody>
                    <a:bodyPr/>
                    <a:lstStyle/>
                    <a:p>
                      <a:r>
                        <a:rPr lang="en-CH" sz="1100" noProof="0">
                          <a:solidFill>
                            <a:schemeClr val="tx1"/>
                          </a:solidFill>
                        </a:rPr>
                        <a:t>Summary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785895776"/>
                  </a:ext>
                </a:extLst>
              </a:tr>
              <a:tr h="964214">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1100" kern="1200" noProof="0" dirty="0" err="1">
                          <a:solidFill>
                            <a:schemeClr val="tx1"/>
                          </a:solidFill>
                          <a:highlight>
                            <a:srgbClr val="FFFF00"/>
                          </a:highlight>
                          <a:latin typeface="+mn-lt"/>
                          <a:ea typeface="+mn-ea"/>
                          <a:cs typeface="+mn-cs"/>
                        </a:rPr>
                        <a:t>Cost</a:t>
                      </a:r>
                      <a:r>
                        <a:rPr lang="fr-CA" sz="1100" kern="1200" noProof="0" dirty="0">
                          <a:solidFill>
                            <a:schemeClr val="tx1"/>
                          </a:solidFill>
                          <a:highlight>
                            <a:srgbClr val="FFFF00"/>
                          </a:highlight>
                          <a:latin typeface="+mn-lt"/>
                          <a:ea typeface="+mn-ea"/>
                          <a:cs typeface="+mn-cs"/>
                        </a:rPr>
                        <a:t> </a:t>
                      </a:r>
                      <a:r>
                        <a:rPr lang="fr-CA" sz="1100" kern="1200" noProof="0" dirty="0" err="1">
                          <a:solidFill>
                            <a:schemeClr val="tx1"/>
                          </a:solidFill>
                          <a:highlight>
                            <a:srgbClr val="FFFF00"/>
                          </a:highlight>
                          <a:latin typeface="+mn-lt"/>
                          <a:ea typeface="+mn-ea"/>
                          <a:cs typeface="+mn-cs"/>
                        </a:rPr>
                        <a:t>is</a:t>
                      </a:r>
                      <a:r>
                        <a:rPr lang="fr-CA" sz="1100" kern="1200" noProof="0" dirty="0">
                          <a:solidFill>
                            <a:schemeClr val="tx1"/>
                          </a:solidFill>
                          <a:highlight>
                            <a:srgbClr val="FFFF00"/>
                          </a:highlight>
                          <a:latin typeface="+mn-lt"/>
                          <a:ea typeface="+mn-ea"/>
                          <a:cs typeface="+mn-cs"/>
                        </a:rPr>
                        <a:t> Yellow </a:t>
                      </a:r>
                      <a:r>
                        <a:rPr lang="fr-CA" sz="1100" kern="1200" noProof="0" dirty="0">
                          <a:solidFill>
                            <a:schemeClr val="tx1"/>
                          </a:solidFill>
                          <a:latin typeface="+mn-lt"/>
                          <a:ea typeface="+mn-ea"/>
                          <a:cs typeface="+mn-cs"/>
                        </a:rPr>
                        <a:t>– </a:t>
                      </a:r>
                      <a:r>
                        <a:rPr lang="en-US" sz="1100" kern="1200" noProof="0" dirty="0">
                          <a:solidFill>
                            <a:schemeClr val="tx1"/>
                          </a:solidFill>
                          <a:latin typeface="+mn-lt"/>
                          <a:ea typeface="+mn-ea"/>
                          <a:cs typeface="+mn-cs"/>
                        </a:rPr>
                        <a:t>Change Request Approval In progress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sz="1100" kern="1200" noProof="0" dirty="0">
                          <a:solidFill>
                            <a:schemeClr val="tx1"/>
                          </a:solidFill>
                          <a:highlight>
                            <a:srgbClr val="FFFF00"/>
                          </a:highlight>
                          <a:latin typeface="+mn-lt"/>
                          <a:ea typeface="+mn-ea"/>
                          <a:cs typeface="+mn-cs"/>
                        </a:rPr>
                        <a:t>Scope </a:t>
                      </a:r>
                      <a:r>
                        <a:rPr lang="fr-CA" sz="1100" kern="1200" noProof="0" dirty="0" err="1">
                          <a:solidFill>
                            <a:schemeClr val="tx1"/>
                          </a:solidFill>
                          <a:highlight>
                            <a:srgbClr val="FFFF00"/>
                          </a:highlight>
                          <a:latin typeface="+mn-lt"/>
                          <a:ea typeface="+mn-ea"/>
                          <a:cs typeface="+mn-cs"/>
                        </a:rPr>
                        <a:t>is</a:t>
                      </a:r>
                      <a:r>
                        <a:rPr lang="fr-CA" sz="1100" kern="1200" noProof="0" dirty="0">
                          <a:solidFill>
                            <a:schemeClr val="tx1"/>
                          </a:solidFill>
                          <a:highlight>
                            <a:srgbClr val="FFFF00"/>
                          </a:highlight>
                          <a:latin typeface="+mn-lt"/>
                          <a:ea typeface="+mn-ea"/>
                          <a:cs typeface="+mn-cs"/>
                        </a:rPr>
                        <a:t> Yellow </a:t>
                      </a:r>
                      <a:r>
                        <a:rPr lang="fr-CA" sz="1100" kern="1200" noProof="0" dirty="0">
                          <a:solidFill>
                            <a:schemeClr val="tx1"/>
                          </a:solidFill>
                          <a:highlight>
                            <a:srgbClr val="FFFFFF"/>
                          </a:highlight>
                          <a:latin typeface="+mn-lt"/>
                          <a:ea typeface="+mn-ea"/>
                          <a:cs typeface="+mn-cs"/>
                        </a:rPr>
                        <a:t>– </a:t>
                      </a:r>
                      <a:r>
                        <a:rPr lang="en-US" sz="1100" kern="1200" noProof="0" dirty="0" err="1">
                          <a:solidFill>
                            <a:schemeClr val="tx1"/>
                          </a:solidFill>
                          <a:highlight>
                            <a:srgbClr val="FFFFFF"/>
                          </a:highlight>
                          <a:latin typeface="+mn-lt"/>
                          <a:ea typeface="+mn-ea"/>
                          <a:cs typeface="+mn-cs"/>
                        </a:rPr>
                        <a:t>Coffre</a:t>
                      </a:r>
                      <a:r>
                        <a:rPr lang="en-US" sz="1100" kern="1200" noProof="0" dirty="0">
                          <a:solidFill>
                            <a:schemeClr val="tx1"/>
                          </a:solidFill>
                          <a:highlight>
                            <a:srgbClr val="FFFFFF"/>
                          </a:highlight>
                          <a:latin typeface="+mn-lt"/>
                          <a:ea typeface="+mn-ea"/>
                          <a:cs typeface="+mn-cs"/>
                        </a:rPr>
                        <a:t>-Fort requirement added to the scope. Selection process in progress</a:t>
                      </a:r>
                      <a:endParaRPr lang="en-US" sz="1100" kern="1200" noProof="0" dirty="0">
                        <a:solidFill>
                          <a:schemeClr val="tx1"/>
                        </a:solidFill>
                        <a:latin typeface="+mn-lt"/>
                        <a:ea typeface="+mn-ea"/>
                        <a:cs typeface="+mn-cs"/>
                      </a:endParaRPr>
                    </a:p>
                    <a:p>
                      <a:pPr marL="171450" indent="-171450">
                        <a:buFont typeface="Arial" panose="020B0604020202020204" pitchFamily="34" charset="0"/>
                        <a:buChar char="•"/>
                      </a:pPr>
                      <a:r>
                        <a:rPr lang="en-CH" sz="1100" kern="1200" noProof="0" dirty="0">
                          <a:solidFill>
                            <a:schemeClr val="bg1"/>
                          </a:solidFill>
                          <a:highlight>
                            <a:srgbClr val="FF0000"/>
                          </a:highlight>
                          <a:latin typeface="+mn-lt"/>
                          <a:ea typeface="+mn-ea"/>
                          <a:cs typeface="+mn-cs"/>
                        </a:rPr>
                        <a:t>Schedule is </a:t>
                      </a:r>
                      <a:r>
                        <a:rPr lang="en-US" sz="1100" kern="1200" noProof="0" dirty="0">
                          <a:solidFill>
                            <a:schemeClr val="bg1"/>
                          </a:solidFill>
                          <a:highlight>
                            <a:srgbClr val="FF0000"/>
                          </a:highlight>
                          <a:latin typeface="+mn-lt"/>
                          <a:ea typeface="+mn-ea"/>
                          <a:cs typeface="+mn-cs"/>
                        </a:rPr>
                        <a:t>Red</a:t>
                      </a:r>
                      <a:r>
                        <a:rPr lang="en-CH" sz="1100" kern="1200" noProof="0" dirty="0">
                          <a:solidFill>
                            <a:schemeClr val="bg1"/>
                          </a:solidFill>
                          <a:highlight>
                            <a:srgbClr val="FF0000"/>
                          </a:highlight>
                          <a:latin typeface="+mn-lt"/>
                          <a:ea typeface="+mn-ea"/>
                          <a:cs typeface="+mn-cs"/>
                        </a:rPr>
                        <a:t> </a:t>
                      </a:r>
                      <a:r>
                        <a:rPr lang="en-US" sz="1100" kern="1200" noProof="0" dirty="0">
                          <a:solidFill>
                            <a:schemeClr val="bg1"/>
                          </a:solidFill>
                          <a:highlight>
                            <a:srgbClr val="FF0000"/>
                          </a:highlight>
                          <a:latin typeface="+mn-lt"/>
                          <a:ea typeface="+mn-ea"/>
                          <a:cs typeface="+mn-cs"/>
                        </a:rPr>
                        <a:t> </a:t>
                      </a:r>
                      <a:r>
                        <a:rPr lang="en-US" sz="1100" kern="1200" noProof="0" dirty="0">
                          <a:solidFill>
                            <a:schemeClr val="tx1"/>
                          </a:solidFill>
                          <a:latin typeface="+mn-lt"/>
                          <a:ea typeface="+mn-ea"/>
                          <a:cs typeface="+mn-cs"/>
                        </a:rPr>
                        <a:t>- Go-live December 2</a:t>
                      </a:r>
                      <a:r>
                        <a:rPr lang="en-US" sz="1100" kern="1200" baseline="30000" noProof="0" dirty="0">
                          <a:solidFill>
                            <a:schemeClr val="tx1"/>
                          </a:solidFill>
                          <a:latin typeface="+mn-lt"/>
                          <a:ea typeface="+mn-ea"/>
                          <a:cs typeface="+mn-cs"/>
                        </a:rPr>
                        <a:t>st</a:t>
                      </a:r>
                      <a:r>
                        <a:rPr lang="en-US" sz="1100" kern="1200" noProof="0" dirty="0">
                          <a:solidFill>
                            <a:schemeClr val="tx1"/>
                          </a:solidFill>
                          <a:latin typeface="+mn-lt"/>
                          <a:ea typeface="+mn-ea"/>
                          <a:cs typeface="+mn-cs"/>
                        </a:rPr>
                        <a:t>. (To go back to green after CR approved)</a:t>
                      </a:r>
                      <a:endParaRPr lang="fr-CA" sz="1100" kern="1200" noProof="0" dirty="0">
                        <a:solidFill>
                          <a:srgbClr val="FF0000"/>
                        </a:solidFill>
                        <a:latin typeface="+mn-lt"/>
                        <a:ea typeface="+mn-ea"/>
                        <a:cs typeface="+mn-cs"/>
                      </a:endParaRPr>
                    </a:p>
                    <a:p>
                      <a:pPr marL="171450" indent="-171450">
                        <a:buFont typeface="Arial" panose="020B0604020202020204" pitchFamily="34" charset="0"/>
                        <a:buChar char="•"/>
                      </a:pPr>
                      <a:r>
                        <a:rPr lang="fr-CA" sz="1100" kern="1200" noProof="0" dirty="0">
                          <a:solidFill>
                            <a:schemeClr val="bg1"/>
                          </a:solidFill>
                          <a:highlight>
                            <a:srgbClr val="FF0000"/>
                          </a:highlight>
                          <a:latin typeface="+mn-lt"/>
                          <a:ea typeface="+mn-ea"/>
                          <a:cs typeface="+mn-cs"/>
                        </a:rPr>
                        <a:t>Risks are Red</a:t>
                      </a:r>
                      <a:r>
                        <a:rPr lang="en-US" sz="1100" kern="1200" noProof="0" dirty="0">
                          <a:solidFill>
                            <a:schemeClr val="tx1"/>
                          </a:solidFill>
                          <a:latin typeface="+mn-lt"/>
                          <a:ea typeface="+mn-ea"/>
                          <a:cs typeface="+mn-cs"/>
                        </a:rPr>
                        <a:t>– If CEGEDIM doesn’t resume on the project Monday, there is a risk that interfaces will not be ready for UAT</a:t>
                      </a:r>
                    </a:p>
                    <a:p>
                      <a:pPr marL="0" indent="0">
                        <a:buFont typeface="Arial" panose="020B0604020202020204" pitchFamily="34" charset="0"/>
                        <a:buNone/>
                      </a:pPr>
                      <a:endParaRPr lang="en-US" sz="1100" kern="1200" noProof="0" dirty="0">
                        <a:solidFill>
                          <a:schemeClr val="tx1"/>
                        </a:solidFill>
                        <a:latin typeface="+mn-lt"/>
                        <a:ea typeface="+mn-ea"/>
                        <a:cs typeface="+mn-cs"/>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46812399"/>
                  </a:ext>
                </a:extLst>
              </a:tr>
            </a:tbl>
          </a:graphicData>
        </a:graphic>
      </p:graphicFrame>
      <p:cxnSp>
        <p:nvCxnSpPr>
          <p:cNvPr id="10" name="Straight Connector 9">
            <a:extLst>
              <a:ext uri="{FF2B5EF4-FFF2-40B4-BE49-F238E27FC236}">
                <a16:creationId xmlns:a16="http://schemas.microsoft.com/office/drawing/2014/main" id="{79096AC5-37CF-3E4D-F7B2-2DB4FE41A41B}"/>
              </a:ext>
            </a:extLst>
          </p:cNvPr>
          <p:cNvCxnSpPr/>
          <p:nvPr/>
        </p:nvCxnSpPr>
        <p:spPr>
          <a:xfrm>
            <a:off x="253009" y="816705"/>
            <a:ext cx="11354299"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003D6AC-E7C8-9395-B675-E7A8AA7131EF}"/>
              </a:ext>
            </a:extLst>
          </p:cNvPr>
          <p:cNvSpPr txBox="1"/>
          <p:nvPr/>
        </p:nvSpPr>
        <p:spPr>
          <a:xfrm>
            <a:off x="9178630" y="450829"/>
            <a:ext cx="2797973" cy="369332"/>
          </a:xfrm>
          <a:prstGeom prst="rect">
            <a:avLst/>
          </a:prstGeom>
          <a:noFill/>
        </p:spPr>
        <p:txBody>
          <a:bodyPr wrap="square" lIns="91440" tIns="45720" rIns="91440" bIns="45720" rtlCol="0" anchor="t">
            <a:spAutoFit/>
          </a:bodyPr>
          <a:lstStyle/>
          <a:p>
            <a:pPr algn="r" defTabSz="914354"/>
            <a:r>
              <a:rPr lang="fr-CA" dirty="0">
                <a:solidFill>
                  <a:srgbClr val="041E42"/>
                </a:solidFill>
                <a:latin typeface="Axiforma"/>
                <a:cs typeface="Arial"/>
                <a:sym typeface="Arial"/>
              </a:rPr>
              <a:t>               Aug. 14th , 2024</a:t>
            </a:r>
            <a:endParaRPr lang="en-CH" dirty="0">
              <a:solidFill>
                <a:srgbClr val="041E42"/>
              </a:solidFill>
              <a:latin typeface="Axiforma"/>
              <a:cs typeface="Arial"/>
              <a:sym typeface="Arial"/>
            </a:endParaRPr>
          </a:p>
        </p:txBody>
      </p:sp>
      <p:graphicFrame>
        <p:nvGraphicFramePr>
          <p:cNvPr id="14" name="Table 13">
            <a:extLst>
              <a:ext uri="{FF2B5EF4-FFF2-40B4-BE49-F238E27FC236}">
                <a16:creationId xmlns:a16="http://schemas.microsoft.com/office/drawing/2014/main" id="{3FD4EEE5-03BB-E284-2992-F819212CCAED}"/>
              </a:ext>
            </a:extLst>
          </p:cNvPr>
          <p:cNvGraphicFramePr>
            <a:graphicFrameLocks noGrp="1"/>
          </p:cNvGraphicFramePr>
          <p:nvPr>
            <p:custDataLst>
              <p:tags r:id="rId5"/>
            </p:custDataLst>
          </p:nvPr>
        </p:nvGraphicFramePr>
        <p:xfrm>
          <a:off x="3966366" y="2241286"/>
          <a:ext cx="3796509" cy="1537809"/>
        </p:xfrm>
        <a:graphic>
          <a:graphicData uri="http://schemas.openxmlformats.org/drawingml/2006/table">
            <a:tbl>
              <a:tblPr firstRow="1" bandRow="1">
                <a:tableStyleId>{5C22544A-7EE6-4342-B048-85BDC9FD1C3A}</a:tableStyleId>
              </a:tblPr>
              <a:tblGrid>
                <a:gridCol w="3796509">
                  <a:extLst>
                    <a:ext uri="{9D8B030D-6E8A-4147-A177-3AD203B41FA5}">
                      <a16:colId xmlns:a16="http://schemas.microsoft.com/office/drawing/2014/main" val="1035503382"/>
                    </a:ext>
                  </a:extLst>
                </a:gridCol>
              </a:tblGrid>
              <a:tr h="291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noProof="0" dirty="0">
                          <a:solidFill>
                            <a:schemeClr val="tx1"/>
                          </a:solidFill>
                        </a:rPr>
                        <a:t>Planned activities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29766605"/>
                  </a:ext>
                </a:extLst>
              </a:tr>
              <a:tr h="1245953">
                <a:tc>
                  <a:txBody>
                    <a:bodyPr/>
                    <a:lstStyle/>
                    <a:p>
                      <a:pPr marL="171450" indent="-171450">
                        <a:buFont typeface="Arial"/>
                        <a:buChar char="•"/>
                      </a:pPr>
                      <a:r>
                        <a:rPr lang="en-CA" sz="1050" kern="1200" noProof="0" dirty="0">
                          <a:solidFill>
                            <a:schemeClr val="tx1"/>
                          </a:solidFill>
                          <a:latin typeface="+mn-lt"/>
                          <a:ea typeface="+mn-ea"/>
                          <a:cs typeface="+mn-cs"/>
                        </a:rPr>
                        <a:t>Confirm </a:t>
                      </a:r>
                      <a:r>
                        <a:rPr lang="en-CA" sz="1050" kern="1200" noProof="0" dirty="0" err="1">
                          <a:solidFill>
                            <a:schemeClr val="tx1"/>
                          </a:solidFill>
                          <a:latin typeface="+mn-lt"/>
                          <a:ea typeface="+mn-ea"/>
                          <a:cs typeface="+mn-cs"/>
                        </a:rPr>
                        <a:t>Coffre</a:t>
                      </a:r>
                      <a:r>
                        <a:rPr lang="en-CA" sz="1050" kern="1200" noProof="0" dirty="0">
                          <a:solidFill>
                            <a:schemeClr val="tx1"/>
                          </a:solidFill>
                          <a:latin typeface="+mn-lt"/>
                          <a:ea typeface="+mn-ea"/>
                          <a:cs typeface="+mn-cs"/>
                        </a:rPr>
                        <a:t>-Fort selection process (criteria / teams)</a:t>
                      </a:r>
                    </a:p>
                    <a:p>
                      <a:pPr marL="171450" indent="-171450">
                        <a:buFont typeface="Arial"/>
                        <a:buChar char="•"/>
                      </a:pPr>
                      <a:r>
                        <a:rPr lang="en-CA" sz="1050" kern="1200" noProof="0" dirty="0">
                          <a:solidFill>
                            <a:schemeClr val="tx1"/>
                          </a:solidFill>
                          <a:latin typeface="+mn-lt"/>
                          <a:ea typeface="+mn-ea"/>
                          <a:cs typeface="+mn-cs"/>
                        </a:rPr>
                        <a:t>Work on detailed PT resource capacity planning</a:t>
                      </a:r>
                    </a:p>
                    <a:p>
                      <a:pPr marL="171450" indent="-171450">
                        <a:buFont typeface="Arial"/>
                        <a:buChar char="•"/>
                      </a:pPr>
                      <a:r>
                        <a:rPr lang="en-CA" sz="1050" kern="1200" noProof="0" dirty="0">
                          <a:solidFill>
                            <a:schemeClr val="tx1"/>
                          </a:solidFill>
                          <a:latin typeface="+mn-lt"/>
                          <a:ea typeface="+mn-ea"/>
                          <a:cs typeface="+mn-cs"/>
                        </a:rPr>
                        <a:t>Progress on Process mapping </a:t>
                      </a:r>
                    </a:p>
                    <a:p>
                      <a:pPr marL="171450" indent="-171450">
                        <a:buFont typeface="Arial"/>
                        <a:buChar char="•"/>
                      </a:pPr>
                      <a:r>
                        <a:rPr lang="en-CA" sz="1050" kern="1200" noProof="0" dirty="0">
                          <a:solidFill>
                            <a:schemeClr val="tx1"/>
                          </a:solidFill>
                          <a:latin typeface="+mn-lt"/>
                          <a:ea typeface="+mn-ea"/>
                          <a:cs typeface="+mn-cs"/>
                        </a:rPr>
                        <a:t>Impact Analysis Updated</a:t>
                      </a:r>
                    </a:p>
                    <a:p>
                      <a:pPr marL="171450" indent="-171450">
                        <a:buFont typeface="Arial"/>
                        <a:buChar char="•"/>
                      </a:pPr>
                      <a:r>
                        <a:rPr lang="en-CA" sz="1050" kern="1200" noProof="0" dirty="0">
                          <a:solidFill>
                            <a:schemeClr val="tx1"/>
                          </a:solidFill>
                          <a:latin typeface="+mn-lt"/>
                          <a:ea typeface="+mn-ea"/>
                          <a:cs typeface="+mn-cs"/>
                        </a:rPr>
                        <a:t>Change plan by role in progress</a:t>
                      </a:r>
                    </a:p>
                    <a:p>
                      <a:pPr marL="171450" indent="-171450">
                        <a:buFont typeface="Arial"/>
                        <a:buChar char="•"/>
                      </a:pPr>
                      <a:r>
                        <a:rPr lang="en-CA" sz="1050" kern="1200" noProof="0" dirty="0">
                          <a:solidFill>
                            <a:schemeClr val="tx1"/>
                          </a:solidFill>
                          <a:latin typeface="+mn-lt"/>
                          <a:ea typeface="+mn-ea"/>
                          <a:cs typeface="+mn-cs"/>
                        </a:rPr>
                        <a:t>Finalize WFM SIT with DO/DATA (until mid-sept.)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812399"/>
                  </a:ext>
                </a:extLst>
              </a:tr>
            </a:tbl>
          </a:graphicData>
        </a:graphic>
      </p:graphicFrame>
      <p:graphicFrame>
        <p:nvGraphicFramePr>
          <p:cNvPr id="16" name="Table 15">
            <a:extLst>
              <a:ext uri="{FF2B5EF4-FFF2-40B4-BE49-F238E27FC236}">
                <a16:creationId xmlns:a16="http://schemas.microsoft.com/office/drawing/2014/main" id="{D1687012-2AE1-24B5-5943-7A6D4C5EC35B}"/>
              </a:ext>
            </a:extLst>
          </p:cNvPr>
          <p:cNvGraphicFramePr>
            <a:graphicFrameLocks noGrp="1"/>
          </p:cNvGraphicFramePr>
          <p:nvPr>
            <p:custDataLst>
              <p:tags r:id="rId6"/>
            </p:custDataLst>
          </p:nvPr>
        </p:nvGraphicFramePr>
        <p:xfrm>
          <a:off x="7904015" y="2241285"/>
          <a:ext cx="4072587" cy="1550829"/>
        </p:xfrm>
        <a:graphic>
          <a:graphicData uri="http://schemas.openxmlformats.org/drawingml/2006/table">
            <a:tbl>
              <a:tblPr firstRow="1" bandRow="1">
                <a:tableStyleId>{5C22544A-7EE6-4342-B048-85BDC9FD1C3A}</a:tableStyleId>
              </a:tblPr>
              <a:tblGrid>
                <a:gridCol w="4072587">
                  <a:extLst>
                    <a:ext uri="{9D8B030D-6E8A-4147-A177-3AD203B41FA5}">
                      <a16:colId xmlns:a16="http://schemas.microsoft.com/office/drawing/2014/main" val="1035503382"/>
                    </a:ext>
                  </a:extLst>
                </a:gridCol>
              </a:tblGrid>
              <a:tr h="3145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100" noProof="0">
                          <a:solidFill>
                            <a:schemeClr val="tx1"/>
                          </a:solidFill>
                        </a:rPr>
                        <a:t>Watch Items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29766605"/>
                  </a:ext>
                </a:extLst>
              </a:tr>
              <a:tr h="1236276">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CA" sz="1050" noProof="0" dirty="0">
                          <a:solidFill>
                            <a:schemeClr val="tx1"/>
                          </a:solidFill>
                        </a:rPr>
                        <a:t>PT: Post Go-Live support model for PTWE-FR</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noProof="0" dirty="0">
                          <a:solidFill>
                            <a:schemeClr val="tx1"/>
                          </a:solidFill>
                        </a:rPr>
                        <a:t>PT: </a:t>
                      </a:r>
                      <a:r>
                        <a:rPr lang="en-CA" sz="1050" noProof="0" dirty="0" err="1">
                          <a:solidFill>
                            <a:schemeClr val="tx1"/>
                          </a:solidFill>
                        </a:rPr>
                        <a:t>Coffre</a:t>
                      </a:r>
                      <a:r>
                        <a:rPr lang="en-CA" sz="1050" noProof="0" dirty="0">
                          <a:solidFill>
                            <a:schemeClr val="tx1"/>
                          </a:solidFill>
                        </a:rPr>
                        <a:t>-Fort Selection (Critical Path)</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noProof="0" dirty="0">
                          <a:solidFill>
                            <a:schemeClr val="tx1"/>
                          </a:solidFill>
                        </a:rPr>
                        <a:t> PT: CGD: Finalize BPO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050" noProof="0" dirty="0">
                          <a:solidFill>
                            <a:schemeClr val="tx1"/>
                          </a:solidFill>
                        </a:rPr>
                        <a:t>PT: </a:t>
                      </a:r>
                      <a:r>
                        <a:rPr lang="en-CA" sz="1050" noProof="0">
                          <a:solidFill>
                            <a:schemeClr val="tx1"/>
                          </a:solidFill>
                        </a:rPr>
                        <a:t>Train backfill</a:t>
                      </a:r>
                      <a:endParaRPr lang="en-CA" sz="1050" noProof="0" dirty="0">
                        <a:solidFill>
                          <a:schemeClr val="tx1"/>
                        </a:solidFill>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050" noProof="0" dirty="0">
                        <a:solidFill>
                          <a:schemeClr val="tx1"/>
                        </a:solidFill>
                      </a:endParaRP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sz="1050" noProof="0" dirty="0">
                        <a:solidFill>
                          <a:schemeClr val="tx1"/>
                        </a:solidFill>
                      </a:endParaRP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1050" noProof="0" dirty="0">
                        <a:solidFill>
                          <a:schemeClr val="tx1"/>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812399"/>
                  </a:ext>
                </a:extLst>
              </a:tr>
            </a:tbl>
          </a:graphicData>
        </a:graphic>
      </p:graphicFrame>
      <p:pic>
        <p:nvPicPr>
          <p:cNvPr id="1026" name="Picture 2" descr="Flag of France - Wikipedia">
            <a:extLst>
              <a:ext uri="{FF2B5EF4-FFF2-40B4-BE49-F238E27FC236}">
                <a16:creationId xmlns:a16="http://schemas.microsoft.com/office/drawing/2014/main" id="{C57BDF96-6BF8-9618-2CE0-387FE8EA2C7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7785" y="480172"/>
            <a:ext cx="347067" cy="23137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C163082-C7D5-03C7-41A1-0C4AB8D06D7F}"/>
              </a:ext>
            </a:extLst>
          </p:cNvPr>
          <p:cNvSpPr txBox="1"/>
          <p:nvPr/>
        </p:nvSpPr>
        <p:spPr>
          <a:xfrm>
            <a:off x="4543400" y="407237"/>
            <a:ext cx="2317173" cy="369332"/>
          </a:xfrm>
          <a:prstGeom prst="rect">
            <a:avLst/>
          </a:prstGeom>
          <a:noFill/>
        </p:spPr>
        <p:txBody>
          <a:bodyPr wrap="none" rtlCol="0">
            <a:spAutoFit/>
          </a:bodyPr>
          <a:lstStyle/>
          <a:p>
            <a:pPr defTabSz="914354"/>
            <a:r>
              <a:rPr lang="fr-CA" dirty="0">
                <a:solidFill>
                  <a:srgbClr val="041E42"/>
                </a:solidFill>
                <a:latin typeface="Axiforma"/>
                <a:cs typeface="Arial"/>
                <a:sym typeface="Arial"/>
              </a:rPr>
              <a:t>Go-Live : [Go live date]</a:t>
            </a:r>
            <a:endParaRPr lang="en-CH" dirty="0">
              <a:solidFill>
                <a:srgbClr val="041E42"/>
              </a:solidFill>
              <a:latin typeface="Axiforma"/>
              <a:cs typeface="Arial"/>
              <a:sym typeface="Arial"/>
            </a:endParaRPr>
          </a:p>
        </p:txBody>
      </p:sp>
      <p:graphicFrame>
        <p:nvGraphicFramePr>
          <p:cNvPr id="5" name="Table 4">
            <a:extLst>
              <a:ext uri="{FF2B5EF4-FFF2-40B4-BE49-F238E27FC236}">
                <a16:creationId xmlns:a16="http://schemas.microsoft.com/office/drawing/2014/main" id="{EF2F20CA-A765-B7C7-460C-BBAA85075D99}"/>
              </a:ext>
            </a:extLst>
          </p:cNvPr>
          <p:cNvGraphicFramePr>
            <a:graphicFrameLocks noGrp="1"/>
          </p:cNvGraphicFramePr>
          <p:nvPr>
            <p:custDataLst>
              <p:tags r:id="rId7"/>
            </p:custDataLst>
            <p:extLst>
              <p:ext uri="{D42A27DB-BD31-4B8C-83A1-F6EECF244321}">
                <p14:modId xmlns:p14="http://schemas.microsoft.com/office/powerpoint/2010/main" val="2760368157"/>
              </p:ext>
            </p:extLst>
          </p:nvPr>
        </p:nvGraphicFramePr>
        <p:xfrm>
          <a:off x="200025" y="3844076"/>
          <a:ext cx="5997609" cy="2439181"/>
        </p:xfrm>
        <a:graphic>
          <a:graphicData uri="http://schemas.openxmlformats.org/drawingml/2006/table">
            <a:tbl>
              <a:tblPr firstRow="1" bandRow="1">
                <a:tableStyleId>{5C22544A-7EE6-4342-B048-85BDC9FD1C3A}</a:tableStyleId>
              </a:tblPr>
              <a:tblGrid>
                <a:gridCol w="3078195">
                  <a:extLst>
                    <a:ext uri="{9D8B030D-6E8A-4147-A177-3AD203B41FA5}">
                      <a16:colId xmlns:a16="http://schemas.microsoft.com/office/drawing/2014/main" val="1035503382"/>
                    </a:ext>
                  </a:extLst>
                </a:gridCol>
                <a:gridCol w="987997">
                  <a:extLst>
                    <a:ext uri="{9D8B030D-6E8A-4147-A177-3AD203B41FA5}">
                      <a16:colId xmlns:a16="http://schemas.microsoft.com/office/drawing/2014/main" val="3198605902"/>
                    </a:ext>
                  </a:extLst>
                </a:gridCol>
                <a:gridCol w="952328">
                  <a:extLst>
                    <a:ext uri="{9D8B030D-6E8A-4147-A177-3AD203B41FA5}">
                      <a16:colId xmlns:a16="http://schemas.microsoft.com/office/drawing/2014/main" val="1817862560"/>
                    </a:ext>
                  </a:extLst>
                </a:gridCol>
                <a:gridCol w="979089">
                  <a:extLst>
                    <a:ext uri="{9D8B030D-6E8A-4147-A177-3AD203B41FA5}">
                      <a16:colId xmlns:a16="http://schemas.microsoft.com/office/drawing/2014/main" val="505106535"/>
                    </a:ext>
                  </a:extLst>
                </a:gridCol>
              </a:tblGrid>
              <a:tr h="3385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Next 4 weeks milestones</a:t>
                      </a:r>
                    </a:p>
                  </a:txBody>
                  <a:tcPr marL="68580" marR="68580" marT="34290" marB="3429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CA" sz="1000" noProof="0" dirty="0">
                          <a:solidFill>
                            <a:schemeClr val="tx1"/>
                          </a:solidFill>
                        </a:rPr>
                        <a:t>Baseline Date</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CA" sz="1000" noProof="0" dirty="0">
                          <a:solidFill>
                            <a:schemeClr val="tx1"/>
                          </a:solidFill>
                        </a:rPr>
                        <a:t>Current Date</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CA" sz="1000" noProof="0">
                          <a:solidFill>
                            <a:schemeClr val="tx1"/>
                          </a:solidFill>
                        </a:rPr>
                        <a:t>STATUS</a:t>
                      </a:r>
                    </a:p>
                  </a:txBody>
                  <a:tcPr marL="68580" marR="68580" marT="34290" marB="3429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829766605"/>
                  </a:ext>
                </a:extLst>
              </a:tr>
              <a:tr h="2065801">
                <a:tc>
                  <a:txBody>
                    <a:bodyPr/>
                    <a:lstStyle/>
                    <a:p>
                      <a:r>
                        <a:rPr lang="en-US" sz="1000" noProof="0" dirty="0">
                          <a:solidFill>
                            <a:schemeClr val="tx1"/>
                          </a:solidFill>
                        </a:rPr>
                        <a:t>Impact Analysis Completed</a:t>
                      </a:r>
                    </a:p>
                    <a:p>
                      <a:r>
                        <a:rPr lang="en-US" sz="1000" noProof="0" dirty="0">
                          <a:solidFill>
                            <a:schemeClr val="tx1"/>
                          </a:solidFill>
                        </a:rPr>
                        <a:t>High-Level Change Plan per Role Completed</a:t>
                      </a:r>
                    </a:p>
                    <a:p>
                      <a:r>
                        <a:rPr lang="en-US" sz="1000" noProof="0" dirty="0">
                          <a:solidFill>
                            <a:schemeClr val="tx1"/>
                          </a:solidFill>
                        </a:rPr>
                        <a:t>Comm Material for changes and impacts Created</a:t>
                      </a:r>
                    </a:p>
                    <a:p>
                      <a:endParaRPr lang="en-US" sz="1000" noProof="0" dirty="0">
                        <a:solidFill>
                          <a:schemeClr val="tx1"/>
                        </a:solidFill>
                      </a:endParaRPr>
                    </a:p>
                    <a:p>
                      <a:r>
                        <a:rPr lang="en-US" sz="1000" kern="1200" noProof="0" dirty="0">
                          <a:solidFill>
                            <a:schemeClr val="tx1"/>
                          </a:solidFill>
                          <a:latin typeface="+mn-lt"/>
                          <a:ea typeface="+mn-ea"/>
                          <a:cs typeface="+mn-cs"/>
                        </a:rPr>
                        <a:t>SIT Completed</a:t>
                      </a:r>
                    </a:p>
                    <a:p>
                      <a:r>
                        <a:rPr lang="en-US" sz="1000" noProof="0" dirty="0">
                          <a:solidFill>
                            <a:schemeClr val="tx1"/>
                          </a:solidFill>
                        </a:rPr>
                        <a:t>UAT DIL Process Documented &amp; Validated</a:t>
                      </a:r>
                    </a:p>
                    <a:p>
                      <a:r>
                        <a:rPr lang="en-US" sz="1000" noProof="0" dirty="0">
                          <a:solidFill>
                            <a:schemeClr val="tx1"/>
                          </a:solidFill>
                        </a:rPr>
                        <a:t>UAT DIL Testing Completed</a:t>
                      </a:r>
                    </a:p>
                    <a:p>
                      <a:endParaRPr lang="fr-CA" sz="1000" noProof="0" dirty="0">
                        <a:solidFill>
                          <a:schemeClr val="tx1"/>
                        </a:solidFill>
                      </a:endParaRPr>
                    </a:p>
                    <a:p>
                      <a:r>
                        <a:rPr lang="fr-CA" sz="1000" noProof="0" dirty="0" err="1">
                          <a:solidFill>
                            <a:schemeClr val="tx1"/>
                          </a:solidFill>
                        </a:rPr>
                        <a:t>Sample</a:t>
                      </a:r>
                      <a:r>
                        <a:rPr lang="fr-CA" sz="1000" noProof="0" dirty="0">
                          <a:solidFill>
                            <a:schemeClr val="tx1"/>
                          </a:solidFill>
                        </a:rPr>
                        <a:t> </a:t>
                      </a:r>
                      <a:r>
                        <a:rPr lang="fr-CA" sz="1000" noProof="0" dirty="0" err="1">
                          <a:solidFill>
                            <a:schemeClr val="tx1"/>
                          </a:solidFill>
                        </a:rPr>
                        <a:t>Parallel</a:t>
                      </a:r>
                      <a:r>
                        <a:rPr lang="fr-CA" sz="1000" noProof="0" dirty="0">
                          <a:solidFill>
                            <a:schemeClr val="tx1"/>
                          </a:solidFill>
                        </a:rPr>
                        <a:t> </a:t>
                      </a:r>
                      <a:r>
                        <a:rPr lang="fr-CA" sz="1000" noProof="0" dirty="0" err="1">
                          <a:solidFill>
                            <a:schemeClr val="tx1"/>
                          </a:solidFill>
                        </a:rPr>
                        <a:t>Testing</a:t>
                      </a:r>
                      <a:r>
                        <a:rPr lang="fr-CA" sz="1000" noProof="0" dirty="0">
                          <a:solidFill>
                            <a:schemeClr val="tx1"/>
                          </a:solidFill>
                        </a:rPr>
                        <a:t> </a:t>
                      </a:r>
                      <a:r>
                        <a:rPr lang="fr-CA" sz="1000" noProof="0" dirty="0" err="1">
                          <a:solidFill>
                            <a:schemeClr val="tx1"/>
                          </a:solidFill>
                        </a:rPr>
                        <a:t>Completed</a:t>
                      </a:r>
                      <a:endParaRPr lang="fr-CA" sz="1000" noProof="0" dirty="0">
                        <a:solidFill>
                          <a:schemeClr val="tx1"/>
                        </a:solidFill>
                      </a:endParaRPr>
                    </a:p>
                    <a:p>
                      <a:r>
                        <a:rPr lang="fr-CA" sz="1000" noProof="0" dirty="0">
                          <a:solidFill>
                            <a:schemeClr val="tx1"/>
                          </a:solidFill>
                        </a:rPr>
                        <a:t>Full </a:t>
                      </a:r>
                      <a:r>
                        <a:rPr lang="fr-CA" sz="1000" noProof="0" dirty="0" err="1">
                          <a:solidFill>
                            <a:schemeClr val="tx1"/>
                          </a:solidFill>
                        </a:rPr>
                        <a:t>Parallel</a:t>
                      </a:r>
                      <a:r>
                        <a:rPr lang="fr-CA" sz="1000" noProof="0" dirty="0">
                          <a:solidFill>
                            <a:schemeClr val="tx1"/>
                          </a:solidFill>
                        </a:rPr>
                        <a:t> </a:t>
                      </a:r>
                      <a:r>
                        <a:rPr lang="fr-CA" sz="1000" noProof="0" dirty="0" err="1">
                          <a:solidFill>
                            <a:schemeClr val="tx1"/>
                          </a:solidFill>
                        </a:rPr>
                        <a:t>Testing</a:t>
                      </a:r>
                      <a:r>
                        <a:rPr lang="fr-CA" sz="1000" noProof="0" dirty="0">
                          <a:solidFill>
                            <a:schemeClr val="tx1"/>
                          </a:solidFill>
                        </a:rPr>
                        <a:t> </a:t>
                      </a:r>
                      <a:r>
                        <a:rPr lang="fr-CA" sz="1000" noProof="0" dirty="0" err="1">
                          <a:solidFill>
                            <a:schemeClr val="tx1"/>
                          </a:solidFill>
                        </a:rPr>
                        <a:t>Completed</a:t>
                      </a:r>
                      <a:endParaRPr lang="fr-CA" sz="1000" noProof="0" dirty="0">
                        <a:solidFill>
                          <a:schemeClr val="tx1"/>
                        </a:solidFill>
                      </a:endParaRPr>
                    </a:p>
                    <a:p>
                      <a:endParaRPr lang="fr-CA" sz="1000" noProof="0" dirty="0">
                        <a:solidFill>
                          <a:schemeClr val="tx1"/>
                        </a:solidFill>
                      </a:endParaRPr>
                    </a:p>
                    <a:p>
                      <a:r>
                        <a:rPr lang="fr-CA" sz="1000" noProof="0" dirty="0">
                          <a:solidFill>
                            <a:schemeClr val="tx1"/>
                          </a:solidFill>
                        </a:rPr>
                        <a:t>Go-Live Date</a:t>
                      </a:r>
                    </a:p>
                  </a:txBody>
                  <a:tcPr marL="68580" marR="68580" marT="34290" marB="3429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13/09/2024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18/10/2024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23/09/2024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22/10/2024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02/12/2024</a:t>
                      </a:r>
                    </a:p>
                  </a:txBody>
                  <a:tcPr marL="68580" marR="68580" marT="34290" marB="3429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30/08/2024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13/09/2024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18/10/2024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23/09/2024</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22/10/2024</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02/12/2024</a:t>
                      </a:r>
                      <a:endParaRPr lang="en-CA" sz="1000" dirty="0"/>
                    </a:p>
                  </a:txBody>
                  <a:tcPr marL="68580" marR="68580" marT="34290" marB="3429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In progress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In progress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In progress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In progress</a:t>
                      </a:r>
                    </a:p>
                    <a:p>
                      <a:pPr marL="0" marR="0" lvl="0" indent="0" algn="ctr" defTabSz="914400" rtl="0" eaLnBrk="1" fontAlgn="auto" latinLnBrk="0" hangingPunct="1">
                        <a:lnSpc>
                          <a:spcPct val="100000"/>
                        </a:lnSpc>
                        <a:spcBef>
                          <a:spcPts val="0"/>
                        </a:spcBef>
                        <a:spcAft>
                          <a:spcPts val="0"/>
                        </a:spcAft>
                        <a:buClrTx/>
                        <a:buSzTx/>
                        <a:buFontTx/>
                        <a:buNone/>
                        <a:tabLst/>
                        <a:defRPr/>
                      </a:pPr>
                      <a:r>
                        <a:rPr lang="en-CA" sz="1000" noProof="0" dirty="0">
                          <a:solidFill>
                            <a:schemeClr val="tx1"/>
                          </a:solidFill>
                        </a:rPr>
                        <a:t>In progress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CA" sz="1000" noProof="0" dirty="0">
                        <a:solidFill>
                          <a:schemeClr val="tx1"/>
                        </a:solidFill>
                      </a:endParaRPr>
                    </a:p>
                  </a:txBody>
                  <a:tcPr marL="68580" marR="68580" marT="34290" marB="3429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6812399"/>
                  </a:ext>
                </a:extLst>
              </a:tr>
            </a:tbl>
          </a:graphicData>
        </a:graphic>
      </p:graphicFrame>
    </p:spTree>
    <p:extLst>
      <p:ext uri="{BB962C8B-B14F-4D97-AF65-F5344CB8AC3E}">
        <p14:creationId xmlns:p14="http://schemas.microsoft.com/office/powerpoint/2010/main" val="30809150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4"/>
</p:tagLst>
</file>

<file path=ppt/tags/tag2.xml><?xml version="1.0" encoding="utf-8"?>
<p:tagLst xmlns:a="http://schemas.openxmlformats.org/drawingml/2006/main" xmlns:r="http://schemas.openxmlformats.org/officeDocument/2006/relationships" xmlns:p="http://schemas.openxmlformats.org/presentationml/2006/main">
  <p:tag name="NUM" val="6"/>
</p:tagLst>
</file>

<file path=ppt/tags/tag3.xml><?xml version="1.0" encoding="utf-8"?>
<p:tagLst xmlns:a="http://schemas.openxmlformats.org/drawingml/2006/main" xmlns:r="http://schemas.openxmlformats.org/officeDocument/2006/relationships" xmlns:p="http://schemas.openxmlformats.org/presentationml/2006/main">
  <p:tag name="NUM" val="14"/>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6"/>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PT Présentation sur fond bleu-noir">
  <a:themeElements>
    <a:clrScheme name="PT Black-Blue Background Color Theme">
      <a:dk1>
        <a:srgbClr val="040E1E"/>
      </a:dk1>
      <a:lt1>
        <a:srgbClr val="FFFFFF"/>
      </a:lt1>
      <a:dk2>
        <a:srgbClr val="040E1E"/>
      </a:dk2>
      <a:lt2>
        <a:srgbClr val="FFFFFF"/>
      </a:lt2>
      <a:accent1>
        <a:srgbClr val="41B6E6"/>
      </a:accent1>
      <a:accent2>
        <a:srgbClr val="8A8D8F"/>
      </a:accent2>
      <a:accent3>
        <a:srgbClr val="0077C8"/>
      </a:accent3>
      <a:accent4>
        <a:srgbClr val="04325E"/>
      </a:accent4>
      <a:accent5>
        <a:srgbClr val="54585B"/>
      </a:accent5>
      <a:accent6>
        <a:srgbClr val="BDBDBD"/>
      </a:accent6>
      <a:hlink>
        <a:srgbClr val="41B6E6"/>
      </a:hlink>
      <a:folHlink>
        <a:srgbClr val="41B6E6"/>
      </a:folHlink>
    </a:clrScheme>
    <a:fontScheme name="Premier Tech Theme">
      <a:majorFont>
        <a:latin typeface="Premier Tech Title Bold"/>
        <a:ea typeface=""/>
        <a:cs typeface=""/>
      </a:majorFont>
      <a:minorFont>
        <a:latin typeface="Premier Tech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PPT-PT-Final-FR.pptx" id="{8255798C-BED6-4938-A451-CD487E3A6C8F}" vid="{685C01AA-6EE3-4A60-B101-E3234746D890}"/>
    </a:ext>
  </a:extLst>
</a:theme>
</file>

<file path=ppt/theme/theme2.xml><?xml version="1.0" encoding="utf-8"?>
<a:theme xmlns:a="http://schemas.openxmlformats.org/drawingml/2006/main" name="PT Présentation sur fond blanc">
  <a:themeElements>
    <a:clrScheme name="PT White Background Color Theme">
      <a:dk1>
        <a:srgbClr val="FFFFFF"/>
      </a:dk1>
      <a:lt1>
        <a:srgbClr val="041E42"/>
      </a:lt1>
      <a:dk2>
        <a:srgbClr val="FFFFFF"/>
      </a:dk2>
      <a:lt2>
        <a:srgbClr val="041E42"/>
      </a:lt2>
      <a:accent1>
        <a:srgbClr val="41B6E6"/>
      </a:accent1>
      <a:accent2>
        <a:srgbClr val="8A8D8F"/>
      </a:accent2>
      <a:accent3>
        <a:srgbClr val="0077C8"/>
      </a:accent3>
      <a:accent4>
        <a:srgbClr val="04325E"/>
      </a:accent4>
      <a:accent5>
        <a:srgbClr val="54585B"/>
      </a:accent5>
      <a:accent6>
        <a:srgbClr val="BDBDBD"/>
      </a:accent6>
      <a:hlink>
        <a:srgbClr val="41B6E6"/>
      </a:hlink>
      <a:folHlink>
        <a:srgbClr val="41B6E6"/>
      </a:folHlink>
    </a:clrScheme>
    <a:fontScheme name="Premier Tech Theme">
      <a:majorFont>
        <a:latin typeface="Premier Tech Title Bold"/>
        <a:ea typeface=""/>
        <a:cs typeface=""/>
      </a:majorFont>
      <a:minorFont>
        <a:latin typeface="Premier Tech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e-PPT-PT-Final-FR.pptx" id="{8255798C-BED6-4938-A451-CD487E3A6C8F}" vid="{59334C76-AC9B-4642-AD4C-4876D52DF24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8DAF9381266045888B7BFFC0CE986E" ma:contentTypeVersion="23" ma:contentTypeDescription="Crée un document." ma:contentTypeScope="" ma:versionID="a373e2b3d145bcb16a7f0f08bf16c0ff">
  <xsd:schema xmlns:xsd="http://www.w3.org/2001/XMLSchema" xmlns:xs="http://www.w3.org/2001/XMLSchema" xmlns:p="http://schemas.microsoft.com/office/2006/metadata/properties" xmlns:ns2="fdb349b9-fc7e-4fb5-9fec-176d4ddc78cb" xmlns:ns3="3e79bfc0-ec41-491b-ad1d-73eb9e2c46c3" targetNamespace="http://schemas.microsoft.com/office/2006/metadata/properties" ma:root="true" ma:fieldsID="6d9ad82e0630ab8e8906027b3502813b" ns2:_="" ns3:_="">
    <xsd:import namespace="fdb349b9-fc7e-4fb5-9fec-176d4ddc78cb"/>
    <xsd:import namespace="3e79bfc0-ec41-491b-ad1d-73eb9e2c46c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2:MediaLengthInSeconds" minOccurs="0"/>
                <xsd:element ref="ns2:Lastupdate"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b349b9-fc7e-4fb5-9fec-176d4ddc78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stupdate" ma:index="21" nillable="true" ma:displayName="Last update" ma:format="DateTime" ma:internalName="Lastupdate">
      <xsd:simpleType>
        <xsd:restriction base="dms:DateTime"/>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1a0847ca-07cb-4513-98ed-7379d973811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79bfc0-ec41-491b-ad1d-73eb9e2c46c3"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element name="TaxCatchAll" ma:index="22" nillable="true" ma:displayName="Taxonomy Catch All Column" ma:hidden="true" ma:list="{c0ea656e-646f-47e2-8a28-c4962030d5bf}" ma:internalName="TaxCatchAll" ma:showField="CatchAllData" ma:web="3e79bfc0-ec41-491b-ad1d-73eb9e2c46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db349b9-fc7e-4fb5-9fec-176d4ddc78cb">
      <Terms xmlns="http://schemas.microsoft.com/office/infopath/2007/PartnerControls"/>
    </lcf76f155ced4ddcb4097134ff3c332f>
    <Lastupdate xmlns="fdb349b9-fc7e-4fb5-9fec-176d4ddc78cb" xsi:nil="true"/>
    <TaxCatchAll xmlns="3e79bfc0-ec41-491b-ad1d-73eb9e2c46c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884C8D-A38A-444C-AC08-AC2AE6EBCF8F}">
  <ds:schemaRefs>
    <ds:schemaRef ds:uri="3e79bfc0-ec41-491b-ad1d-73eb9e2c46c3"/>
    <ds:schemaRef ds:uri="fdb349b9-fc7e-4fb5-9fec-176d4ddc78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9FEB6C5-C1F2-4E9F-A05D-3A2D0241C30F}">
  <ds:schemaRefs>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dcmitype/"/>
    <ds:schemaRef ds:uri="http://schemas.openxmlformats.org/package/2006/metadata/core-properties"/>
    <ds:schemaRef ds:uri="3e79bfc0-ec41-491b-ad1d-73eb9e2c46c3"/>
    <ds:schemaRef ds:uri="fdb349b9-fc7e-4fb5-9fec-176d4ddc78cb"/>
    <ds:schemaRef ds:uri="http://www.w3.org/XML/1998/namespace"/>
    <ds:schemaRef ds:uri="http://purl.org/dc/elements/1.1/"/>
  </ds:schemaRefs>
</ds:datastoreItem>
</file>

<file path=customXml/itemProps3.xml><?xml version="1.0" encoding="utf-8"?>
<ds:datastoreItem xmlns:ds="http://schemas.openxmlformats.org/officeDocument/2006/customXml" ds:itemID="{27313FB9-E05E-407D-A73F-6C12FF80451B}">
  <ds:schemaRefs>
    <ds:schemaRef ds:uri="http://schemas.microsoft.com/sharepoint/v3/contenttype/forms"/>
  </ds:schemaRefs>
</ds:datastoreItem>
</file>

<file path=docMetadata/LabelInfo.xml><?xml version="1.0" encoding="utf-8"?>
<clbl:labelList xmlns:clbl="http://schemas.microsoft.com/office/2020/mipLabelMetadata">
  <clbl:label id="{bf3289d6-ee43-4e0d-9204-110b7e9003dc}" enabled="0" method="" siteId="{bf3289d6-ee43-4e0d-9204-110b7e9003dc}" removed="1"/>
</clbl:labelList>
</file>

<file path=docProps/app.xml><?xml version="1.0" encoding="utf-8"?>
<Properties xmlns="http://schemas.openxmlformats.org/officeDocument/2006/extended-properties" xmlns:vt="http://schemas.openxmlformats.org/officeDocument/2006/docPropsVTypes">
  <Template>blank</Template>
  <TotalTime>1</TotalTime>
  <Words>418</Words>
  <Application>Microsoft Office PowerPoint</Application>
  <PresentationFormat>Grand écran</PresentationFormat>
  <Paragraphs>117</Paragraphs>
  <Slides>1</Slides>
  <Notes>1</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1</vt:i4>
      </vt:variant>
    </vt:vector>
  </HeadingPairs>
  <TitlesOfParts>
    <vt:vector size="9" baseType="lpstr">
      <vt:lpstr>Arial</vt:lpstr>
      <vt:lpstr>Axiforma</vt:lpstr>
      <vt:lpstr>Axiforma Black</vt:lpstr>
      <vt:lpstr>Calibri</vt:lpstr>
      <vt:lpstr>Premier Tech Text</vt:lpstr>
      <vt:lpstr>Premier Tech Title</vt:lpstr>
      <vt:lpstr>PT Présentation sur fond bleu-noir</vt:lpstr>
      <vt:lpstr>PT Présentation sur fond blanc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Pascal Bey - BEYP</dc:creator>
  <cp:lastModifiedBy>Pascal Bey - BEYP</cp:lastModifiedBy>
  <cp:revision>1</cp:revision>
  <dcterms:created xsi:type="dcterms:W3CDTF">2026-06-17T14:23:43Z</dcterms:created>
  <dcterms:modified xsi:type="dcterms:W3CDTF">2026-06-17T14:24:56Z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0x010100218DAF9381266045888B7BFFC0CE986E</vt:lpwstr>
  </property>
  <property fmtid="{D5CDD505-2E9C-101B-9397-08002B2CF9AE}" pid="3" name="MediaServiceImageTags">
    <vt:lpwstr/>
  </property>
</Properties>
</file>